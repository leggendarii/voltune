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6" r:id="rId4"/>
    <p:sldId id="269" r:id="rId5"/>
    <p:sldId id="270" r:id="rId6"/>
    <p:sldId id="271" r:id="rId7"/>
    <p:sldId id="272" r:id="rId8"/>
    <p:sldId id="277" r:id="rId9"/>
    <p:sldId id="273" r:id="rId10"/>
    <p:sldId id="274" r:id="rId11"/>
    <p:sldId id="275" r:id="rId12"/>
    <p:sldId id="278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E8BB6A-5FCF-403A-90DE-4B3CC3261B20}" v="9" dt="2025-06-25T09:22:25.9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ii, Nicolae" userId="18c5667e-ae49-4355-88be-b09e0cceeda4" providerId="ADAL" clId="{4ACEBDBB-EAF1-44AF-B61F-146D1B0AC665}"/>
    <pc:docChg chg="undo custSel addSld delSld modSld">
      <pc:chgData name="Darii, Nicolae" userId="18c5667e-ae49-4355-88be-b09e0cceeda4" providerId="ADAL" clId="{4ACEBDBB-EAF1-44AF-B61F-146D1B0AC665}" dt="2025-06-11T10:08:28.335" v="6746" actId="478"/>
      <pc:docMkLst>
        <pc:docMk/>
      </pc:docMkLst>
      <pc:sldChg chg="delSp modSp new mod">
        <pc:chgData name="Darii, Nicolae" userId="18c5667e-ae49-4355-88be-b09e0cceeda4" providerId="ADAL" clId="{4ACEBDBB-EAF1-44AF-B61F-146D1B0AC665}" dt="2025-06-10T17:30:01.441" v="5763" actId="1076"/>
        <pc:sldMkLst>
          <pc:docMk/>
          <pc:sldMk cId="2739520271" sldId="256"/>
        </pc:sldMkLst>
        <pc:spChg chg="mod">
          <ac:chgData name="Darii, Nicolae" userId="18c5667e-ae49-4355-88be-b09e0cceeda4" providerId="ADAL" clId="{4ACEBDBB-EAF1-44AF-B61F-146D1B0AC665}" dt="2025-06-10T17:30:01.441" v="5763" actId="1076"/>
          <ac:spMkLst>
            <pc:docMk/>
            <pc:sldMk cId="2739520271" sldId="256"/>
            <ac:spMk id="2" creationId="{EB8CB024-C261-B545-D5C2-908BAF248DF2}"/>
          </ac:spMkLst>
        </pc:spChg>
        <pc:spChg chg="del">
          <ac:chgData name="Darii, Nicolae" userId="18c5667e-ae49-4355-88be-b09e0cceeda4" providerId="ADAL" clId="{4ACEBDBB-EAF1-44AF-B61F-146D1B0AC665}" dt="2025-06-10T17:29:58.561" v="5762" actId="478"/>
          <ac:spMkLst>
            <pc:docMk/>
            <pc:sldMk cId="2739520271" sldId="256"/>
            <ac:spMk id="3" creationId="{7788AFEB-76E3-3D54-AB3A-15A016905466}"/>
          </ac:spMkLst>
        </pc:spChg>
      </pc:sldChg>
      <pc:sldChg chg="addSp delSp modSp new mod">
        <pc:chgData name="Darii, Nicolae" userId="18c5667e-ae49-4355-88be-b09e0cceeda4" providerId="ADAL" clId="{4ACEBDBB-EAF1-44AF-B61F-146D1B0AC665}" dt="2025-06-11T10:03:02.555" v="6721" actId="1076"/>
        <pc:sldMkLst>
          <pc:docMk/>
          <pc:sldMk cId="4074037637" sldId="257"/>
        </pc:sldMkLst>
        <pc:spChg chg="del">
          <ac:chgData name="Darii, Nicolae" userId="18c5667e-ae49-4355-88be-b09e0cceeda4" providerId="ADAL" clId="{4ACEBDBB-EAF1-44AF-B61F-146D1B0AC665}" dt="2025-05-24T15:00:20.890" v="23" actId="478"/>
          <ac:spMkLst>
            <pc:docMk/>
            <pc:sldMk cId="4074037637" sldId="257"/>
            <ac:spMk id="2" creationId="{4AE6C170-3519-3699-7527-AEE97CD44F7B}"/>
          </ac:spMkLst>
        </pc:spChg>
        <pc:spChg chg="add del mod">
          <ac:chgData name="Darii, Nicolae" userId="18c5667e-ae49-4355-88be-b09e0cceeda4" providerId="ADAL" clId="{4ACEBDBB-EAF1-44AF-B61F-146D1B0AC665}" dt="2025-06-05T10:17:35.105" v="2862" actId="478"/>
          <ac:spMkLst>
            <pc:docMk/>
            <pc:sldMk cId="4074037637" sldId="257"/>
            <ac:spMk id="2" creationId="{4D4A500A-FF66-3839-5BDE-5A9C23FDA644}"/>
          </ac:spMkLst>
        </pc:spChg>
        <pc:spChg chg="add mod">
          <ac:chgData name="Darii, Nicolae" userId="18c5667e-ae49-4355-88be-b09e0cceeda4" providerId="ADAL" clId="{4ACEBDBB-EAF1-44AF-B61F-146D1B0AC665}" dt="2025-06-11T08:39:51.975" v="6637" actId="20577"/>
          <ac:spMkLst>
            <pc:docMk/>
            <pc:sldMk cId="4074037637" sldId="257"/>
            <ac:spMk id="2" creationId="{5827BF0C-F73A-39F0-1DA6-75A9A96AEFE6}"/>
          </ac:spMkLst>
        </pc:spChg>
        <pc:spChg chg="del">
          <ac:chgData name="Darii, Nicolae" userId="18c5667e-ae49-4355-88be-b09e0cceeda4" providerId="ADAL" clId="{4ACEBDBB-EAF1-44AF-B61F-146D1B0AC665}" dt="2025-05-24T15:00:23.693" v="24" actId="478"/>
          <ac:spMkLst>
            <pc:docMk/>
            <pc:sldMk cId="4074037637" sldId="257"/>
            <ac:spMk id="3" creationId="{0FC3A226-909A-58EA-DE2E-D2D4405C4C37}"/>
          </ac:spMkLst>
        </pc:spChg>
        <pc:spChg chg="add mod">
          <ac:chgData name="Darii, Nicolae" userId="18c5667e-ae49-4355-88be-b09e0cceeda4" providerId="ADAL" clId="{4ACEBDBB-EAF1-44AF-B61F-146D1B0AC665}" dt="2025-06-11T10:03:02.555" v="6721" actId="1076"/>
          <ac:spMkLst>
            <pc:docMk/>
            <pc:sldMk cId="4074037637" sldId="257"/>
            <ac:spMk id="3" creationId="{C1B56649-89EE-3F67-3811-42EC415E9F29}"/>
          </ac:spMkLst>
        </pc:spChg>
        <pc:spChg chg="add mod">
          <ac:chgData name="Darii, Nicolae" userId="18c5667e-ae49-4355-88be-b09e0cceeda4" providerId="ADAL" clId="{4ACEBDBB-EAF1-44AF-B61F-146D1B0AC665}" dt="2025-06-11T08:38:51.475" v="6477" actId="20577"/>
          <ac:spMkLst>
            <pc:docMk/>
            <pc:sldMk cId="4074037637" sldId="257"/>
            <ac:spMk id="5" creationId="{5D844353-A442-4B9F-6FB4-79C5C6060243}"/>
          </ac:spMkLst>
        </pc:spChg>
        <pc:spChg chg="add del">
          <ac:chgData name="Darii, Nicolae" userId="18c5667e-ae49-4355-88be-b09e0cceeda4" providerId="ADAL" clId="{4ACEBDBB-EAF1-44AF-B61F-146D1B0AC665}" dt="2025-05-24T15:00:25.515" v="26" actId="22"/>
          <ac:spMkLst>
            <pc:docMk/>
            <pc:sldMk cId="4074037637" sldId="257"/>
            <ac:spMk id="5" creationId="{61B8A034-0E9C-2CD9-8D83-366359704925}"/>
          </ac:spMkLst>
        </pc:spChg>
        <pc:spChg chg="add mod">
          <ac:chgData name="Darii, Nicolae" userId="18c5667e-ae49-4355-88be-b09e0cceeda4" providerId="ADAL" clId="{4ACEBDBB-EAF1-44AF-B61F-146D1B0AC665}" dt="2025-06-10T14:45:00.327" v="2992"/>
          <ac:spMkLst>
            <pc:docMk/>
            <pc:sldMk cId="4074037637" sldId="257"/>
            <ac:spMk id="14" creationId="{C266B51A-407C-6918-C29E-CA694AB1E71E}"/>
          </ac:spMkLst>
        </pc:spChg>
        <pc:spChg chg="add mod">
          <ac:chgData name="Darii, Nicolae" userId="18c5667e-ae49-4355-88be-b09e0cceeda4" providerId="ADAL" clId="{4ACEBDBB-EAF1-44AF-B61F-146D1B0AC665}" dt="2025-06-10T14:45:00.327" v="2992"/>
          <ac:spMkLst>
            <pc:docMk/>
            <pc:sldMk cId="4074037637" sldId="257"/>
            <ac:spMk id="15" creationId="{4F1249DB-9706-288F-66FB-F7354260D150}"/>
          </ac:spMkLst>
        </pc:spChg>
        <pc:spChg chg="add mod">
          <ac:chgData name="Darii, Nicolae" userId="18c5667e-ae49-4355-88be-b09e0cceeda4" providerId="ADAL" clId="{4ACEBDBB-EAF1-44AF-B61F-146D1B0AC665}" dt="2025-06-10T14:45:06.032" v="2994"/>
          <ac:spMkLst>
            <pc:docMk/>
            <pc:sldMk cId="4074037637" sldId="257"/>
            <ac:spMk id="18" creationId="{2E6B84AC-2CE4-95CC-2B3C-CD0B976DF725}"/>
          </ac:spMkLst>
        </pc:spChg>
        <pc:spChg chg="add mod">
          <ac:chgData name="Darii, Nicolae" userId="18c5667e-ae49-4355-88be-b09e0cceeda4" providerId="ADAL" clId="{4ACEBDBB-EAF1-44AF-B61F-146D1B0AC665}" dt="2025-06-10T14:47:29.094" v="3059" actId="164"/>
          <ac:spMkLst>
            <pc:docMk/>
            <pc:sldMk cId="4074037637" sldId="257"/>
            <ac:spMk id="19" creationId="{BAC61E6D-4818-F58B-1DBC-837274228530}"/>
          </ac:spMkLst>
        </pc:spChg>
        <pc:spChg chg="add mod">
          <ac:chgData name="Darii, Nicolae" userId="18c5667e-ae49-4355-88be-b09e0cceeda4" providerId="ADAL" clId="{4ACEBDBB-EAF1-44AF-B61F-146D1B0AC665}" dt="2025-06-10T14:47:29.094" v="3059" actId="164"/>
          <ac:spMkLst>
            <pc:docMk/>
            <pc:sldMk cId="4074037637" sldId="257"/>
            <ac:spMk id="20" creationId="{C0C308EE-38CE-B14F-4216-FE8D57099CE3}"/>
          </ac:spMkLst>
        </pc:spChg>
        <pc:spChg chg="add mod">
          <ac:chgData name="Darii, Nicolae" userId="18c5667e-ae49-4355-88be-b09e0cceeda4" providerId="ADAL" clId="{4ACEBDBB-EAF1-44AF-B61F-146D1B0AC665}" dt="2025-06-10T14:47:19.421" v="3056" actId="164"/>
          <ac:spMkLst>
            <pc:docMk/>
            <pc:sldMk cId="4074037637" sldId="257"/>
            <ac:spMk id="22" creationId="{C0528538-A289-9371-D18B-4177F7B44578}"/>
          </ac:spMkLst>
        </pc:spChg>
        <pc:spChg chg="add mod">
          <ac:chgData name="Darii, Nicolae" userId="18c5667e-ae49-4355-88be-b09e0cceeda4" providerId="ADAL" clId="{4ACEBDBB-EAF1-44AF-B61F-146D1B0AC665}" dt="2025-06-10T14:47:19.421" v="3056" actId="164"/>
          <ac:spMkLst>
            <pc:docMk/>
            <pc:sldMk cId="4074037637" sldId="257"/>
            <ac:spMk id="23" creationId="{82AF579F-0803-2F3E-9273-C3F391DAF811}"/>
          </ac:spMkLst>
        </pc:spChg>
        <pc:spChg chg="add mod">
          <ac:chgData name="Darii, Nicolae" userId="18c5667e-ae49-4355-88be-b09e0cceeda4" providerId="ADAL" clId="{4ACEBDBB-EAF1-44AF-B61F-146D1B0AC665}" dt="2025-06-10T14:47:09.701" v="3052" actId="164"/>
          <ac:spMkLst>
            <pc:docMk/>
            <pc:sldMk cId="4074037637" sldId="257"/>
            <ac:spMk id="25" creationId="{F7B5F7A3-6E8B-0B09-893F-EFDD13A3886A}"/>
          </ac:spMkLst>
        </pc:spChg>
        <pc:spChg chg="add mod">
          <ac:chgData name="Darii, Nicolae" userId="18c5667e-ae49-4355-88be-b09e0cceeda4" providerId="ADAL" clId="{4ACEBDBB-EAF1-44AF-B61F-146D1B0AC665}" dt="2025-06-10T14:47:09.701" v="3052" actId="164"/>
          <ac:spMkLst>
            <pc:docMk/>
            <pc:sldMk cId="4074037637" sldId="257"/>
            <ac:spMk id="26" creationId="{6FEF6E15-0B9D-145E-518C-4ECA70C8A747}"/>
          </ac:spMkLst>
        </pc:spChg>
        <pc:spChg chg="add del mod">
          <ac:chgData name="Darii, Nicolae" userId="18c5667e-ae49-4355-88be-b09e0cceeda4" providerId="ADAL" clId="{4ACEBDBB-EAF1-44AF-B61F-146D1B0AC665}" dt="2025-06-10T14:46:48.577" v="3045" actId="478"/>
          <ac:spMkLst>
            <pc:docMk/>
            <pc:sldMk cId="4074037637" sldId="257"/>
            <ac:spMk id="28" creationId="{53019BFA-EDCE-ED10-1202-E1D08365CB9E}"/>
          </ac:spMkLst>
        </pc:spChg>
        <pc:spChg chg="add mod">
          <ac:chgData name="Darii, Nicolae" userId="18c5667e-ae49-4355-88be-b09e0cceeda4" providerId="ADAL" clId="{4ACEBDBB-EAF1-44AF-B61F-146D1B0AC665}" dt="2025-06-10T14:46:58.670" v="3049" actId="164"/>
          <ac:spMkLst>
            <pc:docMk/>
            <pc:sldMk cId="4074037637" sldId="257"/>
            <ac:spMk id="29" creationId="{92D9D814-EA36-22D2-E6B2-AC906A5641C9}"/>
          </ac:spMkLst>
        </pc:spChg>
        <pc:spChg chg="add mod">
          <ac:chgData name="Darii, Nicolae" userId="18c5667e-ae49-4355-88be-b09e0cceeda4" providerId="ADAL" clId="{4ACEBDBB-EAF1-44AF-B61F-146D1B0AC665}" dt="2025-06-11T10:03:02.555" v="6721" actId="1076"/>
          <ac:spMkLst>
            <pc:docMk/>
            <pc:sldMk cId="4074037637" sldId="257"/>
            <ac:spMk id="34" creationId="{3E41B4BC-80F9-B6CE-9A76-B344C3F41F5D}"/>
          </ac:spMkLst>
        </pc:spChg>
        <pc:spChg chg="add mod">
          <ac:chgData name="Darii, Nicolae" userId="18c5667e-ae49-4355-88be-b09e0cceeda4" providerId="ADAL" clId="{4ACEBDBB-EAF1-44AF-B61F-146D1B0AC665}" dt="2025-06-11T10:03:02.555" v="6721" actId="1076"/>
          <ac:spMkLst>
            <pc:docMk/>
            <pc:sldMk cId="4074037637" sldId="257"/>
            <ac:spMk id="35" creationId="{430099D0-0DF1-E555-462D-21EB191196E7}"/>
          </ac:spMkLst>
        </pc:spChg>
        <pc:spChg chg="add mod">
          <ac:chgData name="Darii, Nicolae" userId="18c5667e-ae49-4355-88be-b09e0cceeda4" providerId="ADAL" clId="{4ACEBDBB-EAF1-44AF-B61F-146D1B0AC665}" dt="2025-06-11T10:03:02.555" v="6721" actId="1076"/>
          <ac:spMkLst>
            <pc:docMk/>
            <pc:sldMk cId="4074037637" sldId="257"/>
            <ac:spMk id="36" creationId="{B190E6C2-5360-06EF-820C-72D2480BB5EE}"/>
          </ac:spMkLst>
        </pc:spChg>
        <pc:spChg chg="add mod">
          <ac:chgData name="Darii, Nicolae" userId="18c5667e-ae49-4355-88be-b09e0cceeda4" providerId="ADAL" clId="{4ACEBDBB-EAF1-44AF-B61F-146D1B0AC665}" dt="2025-06-11T10:03:02.555" v="6721" actId="1076"/>
          <ac:spMkLst>
            <pc:docMk/>
            <pc:sldMk cId="4074037637" sldId="257"/>
            <ac:spMk id="37" creationId="{7E40ED1B-65FD-C635-8802-53BFBF4AE1B8}"/>
          </ac:spMkLst>
        </pc:spChg>
        <pc:spChg chg="add mod">
          <ac:chgData name="Darii, Nicolae" userId="18c5667e-ae49-4355-88be-b09e0cceeda4" providerId="ADAL" clId="{4ACEBDBB-EAF1-44AF-B61F-146D1B0AC665}" dt="2025-06-11T10:03:02.555" v="6721" actId="1076"/>
          <ac:spMkLst>
            <pc:docMk/>
            <pc:sldMk cId="4074037637" sldId="257"/>
            <ac:spMk id="39" creationId="{859E3F10-56A9-1622-ABF7-C656ECB2060E}"/>
          </ac:spMkLst>
        </pc:spChg>
        <pc:spChg chg="add mod">
          <ac:chgData name="Darii, Nicolae" userId="18c5667e-ae49-4355-88be-b09e0cceeda4" providerId="ADAL" clId="{4ACEBDBB-EAF1-44AF-B61F-146D1B0AC665}" dt="2025-06-11T10:03:02.555" v="6721" actId="1076"/>
          <ac:spMkLst>
            <pc:docMk/>
            <pc:sldMk cId="4074037637" sldId="257"/>
            <ac:spMk id="41" creationId="{9068933D-F54E-E10A-4AA8-D42B1C4079AE}"/>
          </ac:spMkLst>
        </pc:spChg>
        <pc:spChg chg="add mod">
          <ac:chgData name="Darii, Nicolae" userId="18c5667e-ae49-4355-88be-b09e0cceeda4" providerId="ADAL" clId="{4ACEBDBB-EAF1-44AF-B61F-146D1B0AC665}" dt="2025-06-11T10:03:02.555" v="6721" actId="1076"/>
          <ac:spMkLst>
            <pc:docMk/>
            <pc:sldMk cId="4074037637" sldId="257"/>
            <ac:spMk id="43" creationId="{34DF62E5-20E5-FA84-9C36-A8EA37172441}"/>
          </ac:spMkLst>
        </pc:spChg>
        <pc:spChg chg="add mod">
          <ac:chgData name="Darii, Nicolae" userId="18c5667e-ae49-4355-88be-b09e0cceeda4" providerId="ADAL" clId="{4ACEBDBB-EAF1-44AF-B61F-146D1B0AC665}" dt="2025-06-11T10:03:02.555" v="6721" actId="1076"/>
          <ac:spMkLst>
            <pc:docMk/>
            <pc:sldMk cId="4074037637" sldId="257"/>
            <ac:spMk id="44" creationId="{CBB8AA0F-EE2A-9488-B9E3-1427FB59AE9B}"/>
          </ac:spMkLst>
        </pc:spChg>
        <pc:spChg chg="add mod ord">
          <ac:chgData name="Darii, Nicolae" userId="18c5667e-ae49-4355-88be-b09e0cceeda4" providerId="ADAL" clId="{4ACEBDBB-EAF1-44AF-B61F-146D1B0AC665}" dt="2025-06-11T10:03:02.555" v="6721" actId="1076"/>
          <ac:spMkLst>
            <pc:docMk/>
            <pc:sldMk cId="4074037637" sldId="257"/>
            <ac:spMk id="45" creationId="{279DC832-90A8-0C07-82CE-69713F73E6F8}"/>
          </ac:spMkLst>
        </pc:spChg>
        <pc:spChg chg="add mod ord">
          <ac:chgData name="Darii, Nicolae" userId="18c5667e-ae49-4355-88be-b09e0cceeda4" providerId="ADAL" clId="{4ACEBDBB-EAF1-44AF-B61F-146D1B0AC665}" dt="2025-06-11T10:03:02.555" v="6721" actId="1076"/>
          <ac:spMkLst>
            <pc:docMk/>
            <pc:sldMk cId="4074037637" sldId="257"/>
            <ac:spMk id="46" creationId="{10DAA634-9511-51F1-321D-E7F5B0B9BC21}"/>
          </ac:spMkLst>
        </pc:spChg>
        <pc:spChg chg="add mod ord">
          <ac:chgData name="Darii, Nicolae" userId="18c5667e-ae49-4355-88be-b09e0cceeda4" providerId="ADAL" clId="{4ACEBDBB-EAF1-44AF-B61F-146D1B0AC665}" dt="2025-06-11T10:03:02.555" v="6721" actId="1076"/>
          <ac:spMkLst>
            <pc:docMk/>
            <pc:sldMk cId="4074037637" sldId="257"/>
            <ac:spMk id="47" creationId="{29CE810D-8D80-C9E6-CA29-3429D24DA0A0}"/>
          </ac:spMkLst>
        </pc:spChg>
        <pc:spChg chg="add mod ord">
          <ac:chgData name="Darii, Nicolae" userId="18c5667e-ae49-4355-88be-b09e0cceeda4" providerId="ADAL" clId="{4ACEBDBB-EAF1-44AF-B61F-146D1B0AC665}" dt="2025-06-11T10:03:02.555" v="6721" actId="1076"/>
          <ac:spMkLst>
            <pc:docMk/>
            <pc:sldMk cId="4074037637" sldId="257"/>
            <ac:spMk id="48" creationId="{22394B7B-078F-DF5A-61F2-71B2E0D974FB}"/>
          </ac:spMkLst>
        </pc:spChg>
        <pc:grpChg chg="add del mod">
          <ac:chgData name="Darii, Nicolae" userId="18c5667e-ae49-4355-88be-b09e0cceeda4" providerId="ADAL" clId="{4ACEBDBB-EAF1-44AF-B61F-146D1B0AC665}" dt="2025-06-05T10:17:32.925" v="2860" actId="478"/>
          <ac:grpSpMkLst>
            <pc:docMk/>
            <pc:sldMk cId="4074037637" sldId="257"/>
            <ac:grpSpMk id="5" creationId="{27B99323-65D6-C5A6-ED5B-9A5A229F92A3}"/>
          </ac:grpSpMkLst>
        </pc:grpChg>
        <pc:grpChg chg="add del mod">
          <ac:chgData name="Darii, Nicolae" userId="18c5667e-ae49-4355-88be-b09e0cceeda4" providerId="ADAL" clId="{4ACEBDBB-EAF1-44AF-B61F-146D1B0AC665}" dt="2025-06-10T14:46:44.166" v="3042" actId="478"/>
          <ac:grpSpMkLst>
            <pc:docMk/>
            <pc:sldMk cId="4074037637" sldId="257"/>
            <ac:grpSpMk id="12" creationId="{B72FDBA6-CF0C-28EC-1B93-E2F938110696}"/>
          </ac:grpSpMkLst>
        </pc:grpChg>
        <pc:grpChg chg="add del mod">
          <ac:chgData name="Darii, Nicolae" userId="18c5667e-ae49-4355-88be-b09e0cceeda4" providerId="ADAL" clId="{4ACEBDBB-EAF1-44AF-B61F-146D1B0AC665}" dt="2025-06-10T14:46:44.641" v="3043" actId="478"/>
          <ac:grpSpMkLst>
            <pc:docMk/>
            <pc:sldMk cId="4074037637" sldId="257"/>
            <ac:grpSpMk id="16" creationId="{400B0A9E-75A0-DC67-8449-5084BBFA3E10}"/>
          </ac:grpSpMkLst>
        </pc:grpChg>
        <pc:grpChg chg="add mod">
          <ac:chgData name="Darii, Nicolae" userId="18c5667e-ae49-4355-88be-b09e0cceeda4" providerId="ADAL" clId="{4ACEBDBB-EAF1-44AF-B61F-146D1B0AC665}" dt="2025-06-11T10:03:02.555" v="6721" actId="1076"/>
          <ac:grpSpMkLst>
            <pc:docMk/>
            <pc:sldMk cId="4074037637" sldId="257"/>
            <ac:grpSpMk id="30" creationId="{3DB69FF1-8B0F-9A4D-8891-342382A13099}"/>
          </ac:grpSpMkLst>
        </pc:grpChg>
        <pc:grpChg chg="add mod">
          <ac:chgData name="Darii, Nicolae" userId="18c5667e-ae49-4355-88be-b09e0cceeda4" providerId="ADAL" clId="{4ACEBDBB-EAF1-44AF-B61F-146D1B0AC665}" dt="2025-06-11T10:03:02.555" v="6721" actId="1076"/>
          <ac:grpSpMkLst>
            <pc:docMk/>
            <pc:sldMk cId="4074037637" sldId="257"/>
            <ac:grpSpMk id="31" creationId="{AD9D4312-6E3E-F174-E806-7A693C70C2F2}"/>
          </ac:grpSpMkLst>
        </pc:grpChg>
        <pc:grpChg chg="add mod">
          <ac:chgData name="Darii, Nicolae" userId="18c5667e-ae49-4355-88be-b09e0cceeda4" providerId="ADAL" clId="{4ACEBDBB-EAF1-44AF-B61F-146D1B0AC665}" dt="2025-06-11T10:03:02.555" v="6721" actId="1076"/>
          <ac:grpSpMkLst>
            <pc:docMk/>
            <pc:sldMk cId="4074037637" sldId="257"/>
            <ac:grpSpMk id="32" creationId="{23B63469-6270-A286-EC40-F10C3DE461E3}"/>
          </ac:grpSpMkLst>
        </pc:grpChg>
        <pc:grpChg chg="add mod">
          <ac:chgData name="Darii, Nicolae" userId="18c5667e-ae49-4355-88be-b09e0cceeda4" providerId="ADAL" clId="{4ACEBDBB-EAF1-44AF-B61F-146D1B0AC665}" dt="2025-06-11T10:03:02.555" v="6721" actId="1076"/>
          <ac:grpSpMkLst>
            <pc:docMk/>
            <pc:sldMk cId="4074037637" sldId="257"/>
            <ac:grpSpMk id="33" creationId="{E00109E4-A1E2-8651-7C99-8AFDAA5E7713}"/>
          </ac:grpSpMkLst>
        </pc:grpChg>
        <pc:picChg chg="add del mod">
          <ac:chgData name="Darii, Nicolae" userId="18c5667e-ae49-4355-88be-b09e0cceeda4" providerId="ADAL" clId="{4ACEBDBB-EAF1-44AF-B61F-146D1B0AC665}" dt="2025-06-10T14:40:27.377" v="2910" actId="478"/>
          <ac:picMkLst>
            <pc:docMk/>
            <pc:sldMk cId="4074037637" sldId="257"/>
            <ac:picMk id="3" creationId="{57D52BF0-1CF3-1C67-1074-180275828A91}"/>
          </ac:picMkLst>
        </pc:picChg>
        <pc:picChg chg="add mod">
          <ac:chgData name="Darii, Nicolae" userId="18c5667e-ae49-4355-88be-b09e0cceeda4" providerId="ADAL" clId="{4ACEBDBB-EAF1-44AF-B61F-146D1B0AC665}" dt="2025-06-03T17:38:33.905" v="588" actId="164"/>
          <ac:picMkLst>
            <pc:docMk/>
            <pc:sldMk cId="4074037637" sldId="257"/>
            <ac:picMk id="4" creationId="{157248C4-4F82-2C76-918E-69A0095117F3}"/>
          </ac:picMkLst>
        </pc:picChg>
        <pc:picChg chg="add mod">
          <ac:chgData name="Darii, Nicolae" userId="18c5667e-ae49-4355-88be-b09e0cceeda4" providerId="ADAL" clId="{4ACEBDBB-EAF1-44AF-B61F-146D1B0AC665}" dt="2025-06-10T14:47:29.094" v="3059" actId="164"/>
          <ac:picMkLst>
            <pc:docMk/>
            <pc:sldMk cId="4074037637" sldId="257"/>
            <ac:picMk id="4" creationId="{663E3556-1FDF-E56C-052C-B2998AF81631}"/>
          </ac:picMkLst>
        </pc:picChg>
        <pc:picChg chg="add del mod">
          <ac:chgData name="Darii, Nicolae" userId="18c5667e-ae49-4355-88be-b09e0cceeda4" providerId="ADAL" clId="{4ACEBDBB-EAF1-44AF-B61F-146D1B0AC665}" dt="2025-06-03T13:46:27.646" v="575" actId="478"/>
          <ac:picMkLst>
            <pc:docMk/>
            <pc:sldMk cId="4074037637" sldId="257"/>
            <ac:picMk id="7" creationId="{42B30B9F-B946-92F9-738D-4642AD17B9FD}"/>
          </ac:picMkLst>
        </pc:picChg>
        <pc:picChg chg="add del mod">
          <ac:chgData name="Darii, Nicolae" userId="18c5667e-ae49-4355-88be-b09e0cceeda4" providerId="ADAL" clId="{4ACEBDBB-EAF1-44AF-B61F-146D1B0AC665}" dt="2025-06-10T14:46:43.722" v="3041" actId="478"/>
          <ac:picMkLst>
            <pc:docMk/>
            <pc:sldMk cId="4074037637" sldId="257"/>
            <ac:picMk id="7" creationId="{59B01E32-A186-46D6-4D87-CF4A47EE9AB0}"/>
          </ac:picMkLst>
        </pc:picChg>
        <pc:picChg chg="add mod">
          <ac:chgData name="Darii, Nicolae" userId="18c5667e-ae49-4355-88be-b09e0cceeda4" providerId="ADAL" clId="{4ACEBDBB-EAF1-44AF-B61F-146D1B0AC665}" dt="2025-06-03T17:38:33.905" v="588" actId="164"/>
          <ac:picMkLst>
            <pc:docMk/>
            <pc:sldMk cId="4074037637" sldId="257"/>
            <ac:picMk id="9" creationId="{DE3E0943-1A0C-C04E-F6E1-439FB705E010}"/>
          </ac:picMkLst>
        </pc:picChg>
        <pc:picChg chg="add del mod">
          <ac:chgData name="Darii, Nicolae" userId="18c5667e-ae49-4355-88be-b09e0cceeda4" providerId="ADAL" clId="{4ACEBDBB-EAF1-44AF-B61F-146D1B0AC665}" dt="2025-06-10T14:46:46.271" v="3044" actId="478"/>
          <ac:picMkLst>
            <pc:docMk/>
            <pc:sldMk cId="4074037637" sldId="257"/>
            <ac:picMk id="9" creationId="{EA6AF000-2EB2-BEBB-3C32-4CA80C48B1D4}"/>
          </ac:picMkLst>
        </pc:picChg>
        <pc:picChg chg="add del mod">
          <ac:chgData name="Darii, Nicolae" userId="18c5667e-ae49-4355-88be-b09e0cceeda4" providerId="ADAL" clId="{4ACEBDBB-EAF1-44AF-B61F-146D1B0AC665}" dt="2025-06-10T14:45:01.442" v="2993" actId="478"/>
          <ac:picMkLst>
            <pc:docMk/>
            <pc:sldMk cId="4074037637" sldId="257"/>
            <ac:picMk id="11" creationId="{4DB1077E-D9EF-B78B-77B5-205BCD2113D7}"/>
          </ac:picMkLst>
        </pc:picChg>
        <pc:picChg chg="add mod">
          <ac:chgData name="Darii, Nicolae" userId="18c5667e-ae49-4355-88be-b09e0cceeda4" providerId="ADAL" clId="{4ACEBDBB-EAF1-44AF-B61F-146D1B0AC665}" dt="2025-06-10T14:45:00.327" v="2992"/>
          <ac:picMkLst>
            <pc:docMk/>
            <pc:sldMk cId="4074037637" sldId="257"/>
            <ac:picMk id="13" creationId="{57D52BF0-1CF3-1C67-1074-180275828A91}"/>
          </ac:picMkLst>
        </pc:picChg>
        <pc:picChg chg="add mod">
          <ac:chgData name="Darii, Nicolae" userId="18c5667e-ae49-4355-88be-b09e0cceeda4" providerId="ADAL" clId="{4ACEBDBB-EAF1-44AF-B61F-146D1B0AC665}" dt="2025-06-10T14:45:06.032" v="2994"/>
          <ac:picMkLst>
            <pc:docMk/>
            <pc:sldMk cId="4074037637" sldId="257"/>
            <ac:picMk id="17" creationId="{57D52BF0-1CF3-1C67-1074-180275828A91}"/>
          </ac:picMkLst>
        </pc:picChg>
        <pc:picChg chg="add mod">
          <ac:chgData name="Darii, Nicolae" userId="18c5667e-ae49-4355-88be-b09e0cceeda4" providerId="ADAL" clId="{4ACEBDBB-EAF1-44AF-B61F-146D1B0AC665}" dt="2025-06-10T14:47:19.421" v="3056" actId="164"/>
          <ac:picMkLst>
            <pc:docMk/>
            <pc:sldMk cId="4074037637" sldId="257"/>
            <ac:picMk id="21" creationId="{AB10AF92-678C-185E-9F34-434B85A77499}"/>
          </ac:picMkLst>
        </pc:picChg>
        <pc:picChg chg="add mod">
          <ac:chgData name="Darii, Nicolae" userId="18c5667e-ae49-4355-88be-b09e0cceeda4" providerId="ADAL" clId="{4ACEBDBB-EAF1-44AF-B61F-146D1B0AC665}" dt="2025-06-10T14:47:09.701" v="3052" actId="164"/>
          <ac:picMkLst>
            <pc:docMk/>
            <pc:sldMk cId="4074037637" sldId="257"/>
            <ac:picMk id="24" creationId="{EA0B726B-25D3-BF2E-39CC-021B8D650513}"/>
          </ac:picMkLst>
        </pc:picChg>
        <pc:picChg chg="add mod">
          <ac:chgData name="Darii, Nicolae" userId="18c5667e-ae49-4355-88be-b09e0cceeda4" providerId="ADAL" clId="{4ACEBDBB-EAF1-44AF-B61F-146D1B0AC665}" dt="2025-06-10T14:46:58.670" v="3049" actId="164"/>
          <ac:picMkLst>
            <pc:docMk/>
            <pc:sldMk cId="4074037637" sldId="257"/>
            <ac:picMk id="27" creationId="{490085C1-0F89-465F-B439-C74DD0923D71}"/>
          </ac:picMkLst>
        </pc:picChg>
      </pc:sldChg>
      <pc:sldChg chg="addSp delSp modSp new del mod">
        <pc:chgData name="Darii, Nicolae" userId="18c5667e-ae49-4355-88be-b09e0cceeda4" providerId="ADAL" clId="{4ACEBDBB-EAF1-44AF-B61F-146D1B0AC665}" dt="2025-06-10T14:58:29.166" v="3559" actId="47"/>
        <pc:sldMkLst>
          <pc:docMk/>
          <pc:sldMk cId="1043912884" sldId="258"/>
        </pc:sldMkLst>
        <pc:spChg chg="del mod">
          <ac:chgData name="Darii, Nicolae" userId="18c5667e-ae49-4355-88be-b09e0cceeda4" providerId="ADAL" clId="{4ACEBDBB-EAF1-44AF-B61F-146D1B0AC665}" dt="2025-06-03T13:46:35.952" v="579" actId="478"/>
          <ac:spMkLst>
            <pc:docMk/>
            <pc:sldMk cId="1043912884" sldId="258"/>
            <ac:spMk id="2" creationId="{4ED8F2A5-DC85-6C8E-EA1F-88E839F830CC}"/>
          </ac:spMkLst>
        </pc:spChg>
        <pc:spChg chg="add del mod">
          <ac:chgData name="Darii, Nicolae" userId="18c5667e-ae49-4355-88be-b09e0cceeda4" providerId="ADAL" clId="{4ACEBDBB-EAF1-44AF-B61F-146D1B0AC665}" dt="2025-06-05T10:17:09.961" v="2859" actId="478"/>
          <ac:spMkLst>
            <pc:docMk/>
            <pc:sldMk cId="1043912884" sldId="258"/>
            <ac:spMk id="3" creationId="{135103F7-F1B6-0842-9181-AA0E52610BB6}"/>
          </ac:spMkLst>
        </pc:spChg>
        <pc:spChg chg="del">
          <ac:chgData name="Darii, Nicolae" userId="18c5667e-ae49-4355-88be-b09e0cceeda4" providerId="ADAL" clId="{4ACEBDBB-EAF1-44AF-B61F-146D1B0AC665}" dt="2025-05-24T15:11:58.296" v="75" actId="478"/>
          <ac:spMkLst>
            <pc:docMk/>
            <pc:sldMk cId="1043912884" sldId="258"/>
            <ac:spMk id="3" creationId="{321D82C8-06EF-8ED1-7C21-A12E9E8F6CD0}"/>
          </ac:spMkLst>
        </pc:spChg>
        <pc:spChg chg="add del mod">
          <ac:chgData name="Darii, Nicolae" userId="18c5667e-ae49-4355-88be-b09e0cceeda4" providerId="ADAL" clId="{4ACEBDBB-EAF1-44AF-B61F-146D1B0AC665}" dt="2025-06-03T17:44:36.411" v="866"/>
          <ac:spMkLst>
            <pc:docMk/>
            <pc:sldMk cId="1043912884" sldId="258"/>
            <ac:spMk id="4" creationId="{6B243B33-B06C-FFEC-A834-BAB2055BF7F8}"/>
          </ac:spMkLst>
        </pc:spChg>
        <pc:spChg chg="add mod">
          <ac:chgData name="Darii, Nicolae" userId="18c5667e-ae49-4355-88be-b09e0cceeda4" providerId="ADAL" clId="{4ACEBDBB-EAF1-44AF-B61F-146D1B0AC665}" dt="2025-06-03T23:08:58.090" v="1437" actId="1076"/>
          <ac:spMkLst>
            <pc:docMk/>
            <pc:sldMk cId="1043912884" sldId="258"/>
            <ac:spMk id="4" creationId="{FAEFD577-DCDA-60FC-93D4-EB7C0943197D}"/>
          </ac:spMkLst>
        </pc:spChg>
        <pc:spChg chg="add del mod">
          <ac:chgData name="Darii, Nicolae" userId="18c5667e-ae49-4355-88be-b09e0cceeda4" providerId="ADAL" clId="{4ACEBDBB-EAF1-44AF-B61F-146D1B0AC665}" dt="2025-06-03T13:52:48.909" v="581" actId="478"/>
          <ac:spMkLst>
            <pc:docMk/>
            <pc:sldMk cId="1043912884" sldId="258"/>
            <ac:spMk id="5" creationId="{1DA091B7-635E-B3BE-5DC2-E6FDCF452E7C}"/>
          </ac:spMkLst>
        </pc:spChg>
        <pc:spChg chg="add mod">
          <ac:chgData name="Darii, Nicolae" userId="18c5667e-ae49-4355-88be-b09e0cceeda4" providerId="ADAL" clId="{4ACEBDBB-EAF1-44AF-B61F-146D1B0AC665}" dt="2025-06-03T18:25:22.216" v="1191" actId="1076"/>
          <ac:spMkLst>
            <pc:docMk/>
            <pc:sldMk cId="1043912884" sldId="258"/>
            <ac:spMk id="5" creationId="{3481D09A-B3B6-EB7D-B71D-8FCFAAEF0604}"/>
          </ac:spMkLst>
        </pc:spChg>
        <pc:spChg chg="add mod">
          <ac:chgData name="Darii, Nicolae" userId="18c5667e-ae49-4355-88be-b09e0cceeda4" providerId="ADAL" clId="{4ACEBDBB-EAF1-44AF-B61F-146D1B0AC665}" dt="2025-06-03T23:08:58.090" v="1437" actId="1076"/>
          <ac:spMkLst>
            <pc:docMk/>
            <pc:sldMk cId="1043912884" sldId="258"/>
            <ac:spMk id="6" creationId="{07DF65F5-DC6F-C501-055A-0A8E3FABBE21}"/>
          </ac:spMkLst>
        </pc:spChg>
        <pc:spChg chg="add del mod">
          <ac:chgData name="Darii, Nicolae" userId="18c5667e-ae49-4355-88be-b09e0cceeda4" providerId="ADAL" clId="{4ACEBDBB-EAF1-44AF-B61F-146D1B0AC665}" dt="2025-06-03T13:46:35.952" v="579" actId="478"/>
          <ac:spMkLst>
            <pc:docMk/>
            <pc:sldMk cId="1043912884" sldId="258"/>
            <ac:spMk id="7" creationId="{685B18D6-74B7-98D1-E3E1-F8413C8AB044}"/>
          </ac:spMkLst>
        </pc:spChg>
        <pc:spChg chg="add mod">
          <ac:chgData name="Darii, Nicolae" userId="18c5667e-ae49-4355-88be-b09e0cceeda4" providerId="ADAL" clId="{4ACEBDBB-EAF1-44AF-B61F-146D1B0AC665}" dt="2025-06-03T23:09:25.465" v="1442" actId="208"/>
          <ac:spMkLst>
            <pc:docMk/>
            <pc:sldMk cId="1043912884" sldId="258"/>
            <ac:spMk id="7" creationId="{7C2E4160-7512-068A-0C9F-17C8C1575A5E}"/>
          </ac:spMkLst>
        </pc:spChg>
        <pc:spChg chg="add del mod">
          <ac:chgData name="Darii, Nicolae" userId="18c5667e-ae49-4355-88be-b09e0cceeda4" providerId="ADAL" clId="{4ACEBDBB-EAF1-44AF-B61F-146D1B0AC665}" dt="2025-06-03T13:46:35.952" v="579" actId="478"/>
          <ac:spMkLst>
            <pc:docMk/>
            <pc:sldMk cId="1043912884" sldId="258"/>
            <ac:spMk id="8" creationId="{8BC023C9-30A1-E8FC-D471-EDA5E836407D}"/>
          </ac:spMkLst>
        </pc:spChg>
        <pc:spChg chg="add del mod">
          <ac:chgData name="Darii, Nicolae" userId="18c5667e-ae49-4355-88be-b09e0cceeda4" providerId="ADAL" clId="{4ACEBDBB-EAF1-44AF-B61F-146D1B0AC665}" dt="2025-06-03T13:46:35.952" v="579" actId="478"/>
          <ac:spMkLst>
            <pc:docMk/>
            <pc:sldMk cId="1043912884" sldId="258"/>
            <ac:spMk id="9" creationId="{AC307F87-09F9-DCFC-C8F1-245E24CF4582}"/>
          </ac:spMkLst>
        </pc:spChg>
        <pc:spChg chg="add mod">
          <ac:chgData name="Darii, Nicolae" userId="18c5667e-ae49-4355-88be-b09e0cceeda4" providerId="ADAL" clId="{4ACEBDBB-EAF1-44AF-B61F-146D1B0AC665}" dt="2025-06-03T23:08:58.090" v="1437" actId="1076"/>
          <ac:spMkLst>
            <pc:docMk/>
            <pc:sldMk cId="1043912884" sldId="258"/>
            <ac:spMk id="10" creationId="{AAF60C60-4942-A473-D70F-01094759E57D}"/>
          </ac:spMkLst>
        </pc:spChg>
        <pc:spChg chg="add del mod">
          <ac:chgData name="Darii, Nicolae" userId="18c5667e-ae49-4355-88be-b09e0cceeda4" providerId="ADAL" clId="{4ACEBDBB-EAF1-44AF-B61F-146D1B0AC665}" dt="2025-06-03T13:46:35.952" v="579" actId="478"/>
          <ac:spMkLst>
            <pc:docMk/>
            <pc:sldMk cId="1043912884" sldId="258"/>
            <ac:spMk id="10" creationId="{D304E357-0937-222A-A467-A8D007113EA8}"/>
          </ac:spMkLst>
        </pc:spChg>
        <pc:spChg chg="add mod">
          <ac:chgData name="Darii, Nicolae" userId="18c5667e-ae49-4355-88be-b09e0cceeda4" providerId="ADAL" clId="{4ACEBDBB-EAF1-44AF-B61F-146D1B0AC665}" dt="2025-06-03T23:08:58.090" v="1437" actId="1076"/>
          <ac:spMkLst>
            <pc:docMk/>
            <pc:sldMk cId="1043912884" sldId="258"/>
            <ac:spMk id="11" creationId="{80F22550-E0D5-F0C6-8B6B-DF70B9D046F8}"/>
          </ac:spMkLst>
        </pc:spChg>
        <pc:spChg chg="add del mod">
          <ac:chgData name="Darii, Nicolae" userId="18c5667e-ae49-4355-88be-b09e0cceeda4" providerId="ADAL" clId="{4ACEBDBB-EAF1-44AF-B61F-146D1B0AC665}" dt="2025-06-03T13:46:35.952" v="579" actId="478"/>
          <ac:spMkLst>
            <pc:docMk/>
            <pc:sldMk cId="1043912884" sldId="258"/>
            <ac:spMk id="11" creationId="{C6A4334D-3F91-648F-C14F-65C8559C8872}"/>
          </ac:spMkLst>
        </pc:spChg>
        <pc:spChg chg="add mod">
          <ac:chgData name="Darii, Nicolae" userId="18c5667e-ae49-4355-88be-b09e0cceeda4" providerId="ADAL" clId="{4ACEBDBB-EAF1-44AF-B61F-146D1B0AC665}" dt="2025-06-04T11:29:08.694" v="2518" actId="20577"/>
          <ac:spMkLst>
            <pc:docMk/>
            <pc:sldMk cId="1043912884" sldId="258"/>
            <ac:spMk id="12" creationId="{008095DE-6602-6A61-AC8B-7F7384225EB1}"/>
          </ac:spMkLst>
        </pc:spChg>
        <pc:spChg chg="add del mod">
          <ac:chgData name="Darii, Nicolae" userId="18c5667e-ae49-4355-88be-b09e0cceeda4" providerId="ADAL" clId="{4ACEBDBB-EAF1-44AF-B61F-146D1B0AC665}" dt="2025-06-03T13:46:35.952" v="579" actId="478"/>
          <ac:spMkLst>
            <pc:docMk/>
            <pc:sldMk cId="1043912884" sldId="258"/>
            <ac:spMk id="12" creationId="{D9F008C1-0C9A-8729-6239-0ABB88603DAC}"/>
          </ac:spMkLst>
        </pc:spChg>
        <pc:spChg chg="add mod">
          <ac:chgData name="Darii, Nicolae" userId="18c5667e-ae49-4355-88be-b09e0cceeda4" providerId="ADAL" clId="{4ACEBDBB-EAF1-44AF-B61F-146D1B0AC665}" dt="2025-06-04T11:28:38.946" v="2498" actId="20577"/>
          <ac:spMkLst>
            <pc:docMk/>
            <pc:sldMk cId="1043912884" sldId="258"/>
            <ac:spMk id="13" creationId="{606B4DA3-CB5D-6B5D-836F-29D512FBD3E9}"/>
          </ac:spMkLst>
        </pc:spChg>
        <pc:spChg chg="add del mod">
          <ac:chgData name="Darii, Nicolae" userId="18c5667e-ae49-4355-88be-b09e0cceeda4" providerId="ADAL" clId="{4ACEBDBB-EAF1-44AF-B61F-146D1B0AC665}" dt="2025-06-03T13:46:35.952" v="579" actId="478"/>
          <ac:spMkLst>
            <pc:docMk/>
            <pc:sldMk cId="1043912884" sldId="258"/>
            <ac:spMk id="15" creationId="{79B40663-CE59-ED29-391F-E381A2EBD0D4}"/>
          </ac:spMkLst>
        </pc:spChg>
        <pc:spChg chg="add del mod">
          <ac:chgData name="Darii, Nicolae" userId="18c5667e-ae49-4355-88be-b09e0cceeda4" providerId="ADAL" clId="{4ACEBDBB-EAF1-44AF-B61F-146D1B0AC665}" dt="2025-06-03T13:46:35.952" v="579" actId="478"/>
          <ac:spMkLst>
            <pc:docMk/>
            <pc:sldMk cId="1043912884" sldId="258"/>
            <ac:spMk id="16" creationId="{4EA0A016-6262-C44D-B5A3-35A94DD2C6E5}"/>
          </ac:spMkLst>
        </pc:spChg>
        <pc:spChg chg="add del mod">
          <ac:chgData name="Darii, Nicolae" userId="18c5667e-ae49-4355-88be-b09e0cceeda4" providerId="ADAL" clId="{4ACEBDBB-EAF1-44AF-B61F-146D1B0AC665}" dt="2025-06-03T13:46:35.952" v="579" actId="478"/>
          <ac:spMkLst>
            <pc:docMk/>
            <pc:sldMk cId="1043912884" sldId="258"/>
            <ac:spMk id="17" creationId="{EEEC5887-A608-683B-026C-C5C732586064}"/>
          </ac:spMkLst>
        </pc:spChg>
        <pc:spChg chg="add del mod">
          <ac:chgData name="Darii, Nicolae" userId="18c5667e-ae49-4355-88be-b09e0cceeda4" providerId="ADAL" clId="{4ACEBDBB-EAF1-44AF-B61F-146D1B0AC665}" dt="2025-06-03T13:46:35.952" v="579" actId="478"/>
          <ac:spMkLst>
            <pc:docMk/>
            <pc:sldMk cId="1043912884" sldId="258"/>
            <ac:spMk id="20" creationId="{20865823-5A00-50F1-001C-CEE1023FECC3}"/>
          </ac:spMkLst>
        </pc:spChg>
        <pc:picChg chg="add mod">
          <ac:chgData name="Darii, Nicolae" userId="18c5667e-ae49-4355-88be-b09e0cceeda4" providerId="ADAL" clId="{4ACEBDBB-EAF1-44AF-B61F-146D1B0AC665}" dt="2025-06-03T17:43:17.796" v="836" actId="1076"/>
          <ac:picMkLst>
            <pc:docMk/>
            <pc:sldMk cId="1043912884" sldId="258"/>
            <ac:picMk id="2" creationId="{1606B6B2-EFEE-921F-08C7-7FEE970DB5B1}"/>
          </ac:picMkLst>
        </pc:picChg>
        <pc:picChg chg="add del mod">
          <ac:chgData name="Darii, Nicolae" userId="18c5667e-ae49-4355-88be-b09e0cceeda4" providerId="ADAL" clId="{4ACEBDBB-EAF1-44AF-B61F-146D1B0AC665}" dt="2025-06-03T13:46:35.952" v="579" actId="478"/>
          <ac:picMkLst>
            <pc:docMk/>
            <pc:sldMk cId="1043912884" sldId="258"/>
            <ac:picMk id="4" creationId="{30B119A8-970F-C360-4290-3754E11DCD3F}"/>
          </ac:picMkLst>
        </pc:picChg>
        <pc:picChg chg="add del mod">
          <ac:chgData name="Darii, Nicolae" userId="18c5667e-ae49-4355-88be-b09e0cceeda4" providerId="ADAL" clId="{4ACEBDBB-EAF1-44AF-B61F-146D1B0AC665}" dt="2025-05-24T15:13:43.088" v="106" actId="478"/>
          <ac:picMkLst>
            <pc:docMk/>
            <pc:sldMk cId="1043912884" sldId="258"/>
            <ac:picMk id="5" creationId="{877EAB3C-D634-BF55-7D22-9309E19D6964}"/>
          </ac:picMkLst>
        </pc:picChg>
        <pc:picChg chg="add del mod">
          <ac:chgData name="Darii, Nicolae" userId="18c5667e-ae49-4355-88be-b09e0cceeda4" providerId="ADAL" clId="{4ACEBDBB-EAF1-44AF-B61F-146D1B0AC665}" dt="2025-06-03T13:46:35.952" v="579" actId="478"/>
          <ac:picMkLst>
            <pc:docMk/>
            <pc:sldMk cId="1043912884" sldId="258"/>
            <ac:picMk id="6" creationId="{A9CF23C3-03C0-B036-CDD2-A24DE4265BF6}"/>
          </ac:picMkLst>
        </pc:picChg>
        <pc:picChg chg="add mod">
          <ac:chgData name="Darii, Nicolae" userId="18c5667e-ae49-4355-88be-b09e0cceeda4" providerId="ADAL" clId="{4ACEBDBB-EAF1-44AF-B61F-146D1B0AC665}" dt="2025-06-03T18:24:06.104" v="1184" actId="1076"/>
          <ac:picMkLst>
            <pc:docMk/>
            <pc:sldMk cId="1043912884" sldId="258"/>
            <ac:picMk id="14" creationId="{32BE98E3-142B-BE5E-EF09-F033DEE4AB6C}"/>
          </ac:picMkLst>
        </pc:picChg>
        <pc:picChg chg="add del mod">
          <ac:chgData name="Darii, Nicolae" userId="18c5667e-ae49-4355-88be-b09e0cceeda4" providerId="ADAL" clId="{4ACEBDBB-EAF1-44AF-B61F-146D1B0AC665}" dt="2025-06-03T13:46:35.952" v="579" actId="478"/>
          <ac:picMkLst>
            <pc:docMk/>
            <pc:sldMk cId="1043912884" sldId="258"/>
            <ac:picMk id="14" creationId="{6CE4A89E-1787-8D79-D7F6-F4BB25AFF7D3}"/>
          </ac:picMkLst>
        </pc:picChg>
        <pc:picChg chg="add mod">
          <ac:chgData name="Darii, Nicolae" userId="18c5667e-ae49-4355-88be-b09e0cceeda4" providerId="ADAL" clId="{4ACEBDBB-EAF1-44AF-B61F-146D1B0AC665}" dt="2025-06-03T18:24:51.513" v="1190" actId="14100"/>
          <ac:picMkLst>
            <pc:docMk/>
            <pc:sldMk cId="1043912884" sldId="258"/>
            <ac:picMk id="16" creationId="{DA257CFA-0DC6-A935-CC74-32B7DCC1B1DD}"/>
          </ac:picMkLst>
        </pc:picChg>
        <pc:picChg chg="add del mod">
          <ac:chgData name="Darii, Nicolae" userId="18c5667e-ae49-4355-88be-b09e0cceeda4" providerId="ADAL" clId="{4ACEBDBB-EAF1-44AF-B61F-146D1B0AC665}" dt="2025-06-03T13:46:35.952" v="579" actId="478"/>
          <ac:picMkLst>
            <pc:docMk/>
            <pc:sldMk cId="1043912884" sldId="258"/>
            <ac:picMk id="19" creationId="{4436D292-7C29-9F23-583D-B443DCA8F1A5}"/>
          </ac:picMkLst>
        </pc:picChg>
        <pc:cxnChg chg="add mod">
          <ac:chgData name="Darii, Nicolae" userId="18c5667e-ae49-4355-88be-b09e0cceeda4" providerId="ADAL" clId="{4ACEBDBB-EAF1-44AF-B61F-146D1B0AC665}" dt="2025-06-03T23:08:58.090" v="1437" actId="1076"/>
          <ac:cxnSpMkLst>
            <pc:docMk/>
            <pc:sldMk cId="1043912884" sldId="258"/>
            <ac:cxnSpMk id="8" creationId="{521D4D65-0F5B-1303-95F3-03691BF49D3A}"/>
          </ac:cxnSpMkLst>
        </pc:cxnChg>
        <pc:cxnChg chg="add mod">
          <ac:chgData name="Darii, Nicolae" userId="18c5667e-ae49-4355-88be-b09e0cceeda4" providerId="ADAL" clId="{4ACEBDBB-EAF1-44AF-B61F-146D1B0AC665}" dt="2025-06-03T23:08:58.090" v="1437" actId="1076"/>
          <ac:cxnSpMkLst>
            <pc:docMk/>
            <pc:sldMk cId="1043912884" sldId="258"/>
            <ac:cxnSpMk id="9" creationId="{12CA4D7F-634A-6D39-A37F-5CF02123669A}"/>
          </ac:cxnSpMkLst>
        </pc:cxnChg>
        <pc:cxnChg chg="add mod">
          <ac:chgData name="Darii, Nicolae" userId="18c5667e-ae49-4355-88be-b09e0cceeda4" providerId="ADAL" clId="{4ACEBDBB-EAF1-44AF-B61F-146D1B0AC665}" dt="2025-06-03T23:09:19.015" v="1441" actId="208"/>
          <ac:cxnSpMkLst>
            <pc:docMk/>
            <pc:sldMk cId="1043912884" sldId="258"/>
            <ac:cxnSpMk id="15" creationId="{2348127D-536C-6862-EC1F-9E32A1CD967C}"/>
          </ac:cxnSpMkLst>
        </pc:cxnChg>
        <pc:cxnChg chg="add del mod">
          <ac:chgData name="Darii, Nicolae" userId="18c5667e-ae49-4355-88be-b09e0cceeda4" providerId="ADAL" clId="{4ACEBDBB-EAF1-44AF-B61F-146D1B0AC665}" dt="2025-06-03T13:46:35.952" v="579" actId="478"/>
          <ac:cxnSpMkLst>
            <pc:docMk/>
            <pc:sldMk cId="1043912884" sldId="258"/>
            <ac:cxnSpMk id="22" creationId="{C5B3F8D0-6F2A-370F-9BC3-A5A50A6DE366}"/>
          </ac:cxnSpMkLst>
        </pc:cxnChg>
      </pc:sldChg>
      <pc:sldChg chg="addSp delSp modSp new del mod">
        <pc:chgData name="Darii, Nicolae" userId="18c5667e-ae49-4355-88be-b09e0cceeda4" providerId="ADAL" clId="{4ACEBDBB-EAF1-44AF-B61F-146D1B0AC665}" dt="2025-06-10T14:58:34.246" v="3561" actId="47"/>
        <pc:sldMkLst>
          <pc:docMk/>
          <pc:sldMk cId="1088719956" sldId="259"/>
        </pc:sldMkLst>
        <pc:spChg chg="mod">
          <ac:chgData name="Darii, Nicolae" userId="18c5667e-ae49-4355-88be-b09e0cceeda4" providerId="ADAL" clId="{4ACEBDBB-EAF1-44AF-B61F-146D1B0AC665}" dt="2025-06-03T18:25:49.346" v="1234" actId="20577"/>
          <ac:spMkLst>
            <pc:docMk/>
            <pc:sldMk cId="1088719956" sldId="259"/>
            <ac:spMk id="2" creationId="{F7F31E29-2233-FA75-A585-69E2A81C2654}"/>
          </ac:spMkLst>
        </pc:spChg>
        <pc:spChg chg="del">
          <ac:chgData name="Darii, Nicolae" userId="18c5667e-ae49-4355-88be-b09e0cceeda4" providerId="ADAL" clId="{4ACEBDBB-EAF1-44AF-B61F-146D1B0AC665}" dt="2025-06-03T18:25:51.663" v="1235" actId="478"/>
          <ac:spMkLst>
            <pc:docMk/>
            <pc:sldMk cId="1088719956" sldId="259"/>
            <ac:spMk id="3" creationId="{BE34B711-EF96-704C-8193-4FB059B872CE}"/>
          </ac:spMkLst>
        </pc:spChg>
        <pc:picChg chg="add mod">
          <ac:chgData name="Darii, Nicolae" userId="18c5667e-ae49-4355-88be-b09e0cceeda4" providerId="ADAL" clId="{4ACEBDBB-EAF1-44AF-B61F-146D1B0AC665}" dt="2025-06-03T18:26:26.528" v="1238" actId="1076"/>
          <ac:picMkLst>
            <pc:docMk/>
            <pc:sldMk cId="1088719956" sldId="259"/>
            <ac:picMk id="5" creationId="{194E1CE6-8824-80E5-AED7-2EE34F59D09A}"/>
          </ac:picMkLst>
        </pc:picChg>
      </pc:sldChg>
      <pc:sldChg chg="addSp delSp modSp new del mod">
        <pc:chgData name="Darii, Nicolae" userId="18c5667e-ae49-4355-88be-b09e0cceeda4" providerId="ADAL" clId="{4ACEBDBB-EAF1-44AF-B61F-146D1B0AC665}" dt="2025-06-03T13:46:38.447" v="580" actId="47"/>
        <pc:sldMkLst>
          <pc:docMk/>
          <pc:sldMk cId="2111106973" sldId="259"/>
        </pc:sldMkLst>
        <pc:spChg chg="mod">
          <ac:chgData name="Darii, Nicolae" userId="18c5667e-ae49-4355-88be-b09e0cceeda4" providerId="ADAL" clId="{4ACEBDBB-EAF1-44AF-B61F-146D1B0AC665}" dt="2025-05-24T15:21:31.840" v="290" actId="20577"/>
          <ac:spMkLst>
            <pc:docMk/>
            <pc:sldMk cId="2111106973" sldId="259"/>
            <ac:spMk id="2" creationId="{89771B5C-2AB9-F321-456E-F1146438164E}"/>
          </ac:spMkLst>
        </pc:spChg>
        <pc:spChg chg="del">
          <ac:chgData name="Darii, Nicolae" userId="18c5667e-ae49-4355-88be-b09e0cceeda4" providerId="ADAL" clId="{4ACEBDBB-EAF1-44AF-B61F-146D1B0AC665}" dt="2025-05-24T15:21:34.123" v="291" actId="478"/>
          <ac:spMkLst>
            <pc:docMk/>
            <pc:sldMk cId="2111106973" sldId="259"/>
            <ac:spMk id="3" creationId="{A9D32C5E-2839-8059-9354-AF288A41057C}"/>
          </ac:spMkLst>
        </pc:spChg>
        <pc:spChg chg="add mod">
          <ac:chgData name="Darii, Nicolae" userId="18c5667e-ae49-4355-88be-b09e0cceeda4" providerId="ADAL" clId="{4ACEBDBB-EAF1-44AF-B61F-146D1B0AC665}" dt="2025-05-24T15:28:44.971" v="572" actId="1076"/>
          <ac:spMkLst>
            <pc:docMk/>
            <pc:sldMk cId="2111106973" sldId="259"/>
            <ac:spMk id="9" creationId="{948ECA51-5382-BEA5-6B2F-C568F5C720CF}"/>
          </ac:spMkLst>
        </pc:spChg>
        <pc:graphicFrameChg chg="add mod modGraphic">
          <ac:chgData name="Darii, Nicolae" userId="18c5667e-ae49-4355-88be-b09e0cceeda4" providerId="ADAL" clId="{4ACEBDBB-EAF1-44AF-B61F-146D1B0AC665}" dt="2025-05-24T15:26:42.277" v="441" actId="14100"/>
          <ac:graphicFrameMkLst>
            <pc:docMk/>
            <pc:sldMk cId="2111106973" sldId="259"/>
            <ac:graphicFrameMk id="4" creationId="{017097F2-95C8-035A-288C-644BA3AB8A82}"/>
          </ac:graphicFrameMkLst>
        </pc:graphicFrameChg>
        <pc:picChg chg="add mod">
          <ac:chgData name="Darii, Nicolae" userId="18c5667e-ae49-4355-88be-b09e0cceeda4" providerId="ADAL" clId="{4ACEBDBB-EAF1-44AF-B61F-146D1B0AC665}" dt="2025-05-24T15:26:36.109" v="439" actId="1076"/>
          <ac:picMkLst>
            <pc:docMk/>
            <pc:sldMk cId="2111106973" sldId="259"/>
            <ac:picMk id="6" creationId="{EB91A300-0966-5BC5-B7EB-D0227AC39494}"/>
          </ac:picMkLst>
        </pc:picChg>
        <pc:picChg chg="add mod">
          <ac:chgData name="Darii, Nicolae" userId="18c5667e-ae49-4355-88be-b09e0cceeda4" providerId="ADAL" clId="{4ACEBDBB-EAF1-44AF-B61F-146D1B0AC665}" dt="2025-05-24T15:26:38.064" v="440" actId="1076"/>
          <ac:picMkLst>
            <pc:docMk/>
            <pc:sldMk cId="2111106973" sldId="259"/>
            <ac:picMk id="8" creationId="{119299D8-9819-A914-A00C-6E73C9E4F95E}"/>
          </ac:picMkLst>
        </pc:picChg>
      </pc:sldChg>
      <pc:sldChg chg="addSp delSp modSp new del mod">
        <pc:chgData name="Darii, Nicolae" userId="18c5667e-ae49-4355-88be-b09e0cceeda4" providerId="ADAL" clId="{4ACEBDBB-EAF1-44AF-B61F-146D1B0AC665}" dt="2025-06-10T14:58:35.113" v="3562" actId="47"/>
        <pc:sldMkLst>
          <pc:docMk/>
          <pc:sldMk cId="1931669105" sldId="260"/>
        </pc:sldMkLst>
        <pc:spChg chg="mod">
          <ac:chgData name="Darii, Nicolae" userId="18c5667e-ae49-4355-88be-b09e0cceeda4" providerId="ADAL" clId="{4ACEBDBB-EAF1-44AF-B61F-146D1B0AC665}" dt="2025-06-03T19:05:01.474" v="1258" actId="1076"/>
          <ac:spMkLst>
            <pc:docMk/>
            <pc:sldMk cId="1931669105" sldId="260"/>
            <ac:spMk id="2" creationId="{F82E0327-B17D-3D3D-942B-146B6F0BFF56}"/>
          </ac:spMkLst>
        </pc:spChg>
        <pc:spChg chg="del">
          <ac:chgData name="Darii, Nicolae" userId="18c5667e-ae49-4355-88be-b09e0cceeda4" providerId="ADAL" clId="{4ACEBDBB-EAF1-44AF-B61F-146D1B0AC665}" dt="2025-06-03T18:32:59.333" v="1247" actId="478"/>
          <ac:spMkLst>
            <pc:docMk/>
            <pc:sldMk cId="1931669105" sldId="260"/>
            <ac:spMk id="3" creationId="{A0A791EA-42FA-CDE0-E549-BA94ACFDA807}"/>
          </ac:spMkLst>
        </pc:spChg>
        <pc:spChg chg="add mod">
          <ac:chgData name="Darii, Nicolae" userId="18c5667e-ae49-4355-88be-b09e0cceeda4" providerId="ADAL" clId="{4ACEBDBB-EAF1-44AF-B61F-146D1B0AC665}" dt="2025-06-03T19:06:20.367" v="1289" actId="1076"/>
          <ac:spMkLst>
            <pc:docMk/>
            <pc:sldMk cId="1931669105" sldId="260"/>
            <ac:spMk id="6" creationId="{2357558F-18DF-A1C3-2550-2F0212306CE7}"/>
          </ac:spMkLst>
        </pc:spChg>
        <pc:spChg chg="add mod">
          <ac:chgData name="Darii, Nicolae" userId="18c5667e-ae49-4355-88be-b09e0cceeda4" providerId="ADAL" clId="{4ACEBDBB-EAF1-44AF-B61F-146D1B0AC665}" dt="2025-06-03T23:10:47.855" v="1443" actId="208"/>
          <ac:spMkLst>
            <pc:docMk/>
            <pc:sldMk cId="1931669105" sldId="260"/>
            <ac:spMk id="7" creationId="{381BEF58-9DCC-FEF0-F52D-6D8CB223F359}"/>
          </ac:spMkLst>
        </pc:spChg>
        <pc:picChg chg="add mod">
          <ac:chgData name="Darii, Nicolae" userId="18c5667e-ae49-4355-88be-b09e0cceeda4" providerId="ADAL" clId="{4ACEBDBB-EAF1-44AF-B61F-146D1B0AC665}" dt="2025-06-03T19:06:22.526" v="1290" actId="1076"/>
          <ac:picMkLst>
            <pc:docMk/>
            <pc:sldMk cId="1931669105" sldId="260"/>
            <ac:picMk id="5" creationId="{34853857-4262-99DD-1ECB-F31DA06E6EA2}"/>
          </ac:picMkLst>
        </pc:picChg>
        <pc:picChg chg="add mod">
          <ac:chgData name="Darii, Nicolae" userId="18c5667e-ae49-4355-88be-b09e0cceeda4" providerId="ADAL" clId="{4ACEBDBB-EAF1-44AF-B61F-146D1B0AC665}" dt="2025-06-03T19:10:36.688" v="1306" actId="1076"/>
          <ac:picMkLst>
            <pc:docMk/>
            <pc:sldMk cId="1931669105" sldId="260"/>
            <ac:picMk id="9" creationId="{6372AFD4-1A8F-0AB1-F36A-9FC422C5355C}"/>
          </ac:picMkLst>
        </pc:picChg>
      </pc:sldChg>
      <pc:sldChg chg="addSp delSp modSp new del mod">
        <pc:chgData name="Darii, Nicolae" userId="18c5667e-ae49-4355-88be-b09e0cceeda4" providerId="ADAL" clId="{4ACEBDBB-EAF1-44AF-B61F-146D1B0AC665}" dt="2025-06-10T14:58:35.937" v="3563" actId="47"/>
        <pc:sldMkLst>
          <pc:docMk/>
          <pc:sldMk cId="2078319998" sldId="261"/>
        </pc:sldMkLst>
        <pc:spChg chg="mod">
          <ac:chgData name="Darii, Nicolae" userId="18c5667e-ae49-4355-88be-b09e0cceeda4" providerId="ADAL" clId="{4ACEBDBB-EAF1-44AF-B61F-146D1B0AC665}" dt="2025-06-03T19:12:32.259" v="1315" actId="20577"/>
          <ac:spMkLst>
            <pc:docMk/>
            <pc:sldMk cId="2078319998" sldId="261"/>
            <ac:spMk id="2" creationId="{6E45EFD7-6F99-9CC9-01CD-235F193B14F4}"/>
          </ac:spMkLst>
        </pc:spChg>
        <pc:spChg chg="del">
          <ac:chgData name="Darii, Nicolae" userId="18c5667e-ae49-4355-88be-b09e0cceeda4" providerId="ADAL" clId="{4ACEBDBB-EAF1-44AF-B61F-146D1B0AC665}" dt="2025-06-03T19:12:33.936" v="1316" actId="478"/>
          <ac:spMkLst>
            <pc:docMk/>
            <pc:sldMk cId="2078319998" sldId="261"/>
            <ac:spMk id="3" creationId="{BCBB0C88-5FBE-C2DE-7901-1BFCC1C4AA9A}"/>
          </ac:spMkLst>
        </pc:spChg>
        <pc:spChg chg="add del mod">
          <ac:chgData name="Darii, Nicolae" userId="18c5667e-ae49-4355-88be-b09e0cceeda4" providerId="ADAL" clId="{4ACEBDBB-EAF1-44AF-B61F-146D1B0AC665}" dt="2025-06-03T19:17:02.280" v="1343" actId="478"/>
          <ac:spMkLst>
            <pc:docMk/>
            <pc:sldMk cId="2078319998" sldId="261"/>
            <ac:spMk id="4" creationId="{72F8A776-FCD5-E104-204A-6FD2BC457C0B}"/>
          </ac:spMkLst>
        </pc:spChg>
        <pc:spChg chg="add mod">
          <ac:chgData name="Darii, Nicolae" userId="18c5667e-ae49-4355-88be-b09e0cceeda4" providerId="ADAL" clId="{4ACEBDBB-EAF1-44AF-B61F-146D1B0AC665}" dt="2025-06-03T23:15:54.770" v="1451" actId="208"/>
          <ac:spMkLst>
            <pc:docMk/>
            <pc:sldMk cId="2078319998" sldId="261"/>
            <ac:spMk id="9" creationId="{D40FDE87-91BD-55B3-2F8D-5E01779175FB}"/>
          </ac:spMkLst>
        </pc:spChg>
        <pc:picChg chg="add mod">
          <ac:chgData name="Darii, Nicolae" userId="18c5667e-ae49-4355-88be-b09e0cceeda4" providerId="ADAL" clId="{4ACEBDBB-EAF1-44AF-B61F-146D1B0AC665}" dt="2025-06-03T23:14:47.313" v="1446" actId="1076"/>
          <ac:picMkLst>
            <pc:docMk/>
            <pc:sldMk cId="2078319998" sldId="261"/>
            <ac:picMk id="4" creationId="{53A38A30-8299-0FB9-0564-2AC40F90A7EC}"/>
          </ac:picMkLst>
        </pc:picChg>
        <pc:picChg chg="add mod">
          <ac:chgData name="Darii, Nicolae" userId="18c5667e-ae49-4355-88be-b09e0cceeda4" providerId="ADAL" clId="{4ACEBDBB-EAF1-44AF-B61F-146D1B0AC665}" dt="2025-06-03T19:19:40.366" v="1355" actId="1076"/>
          <ac:picMkLst>
            <pc:docMk/>
            <pc:sldMk cId="2078319998" sldId="261"/>
            <ac:picMk id="6" creationId="{CE594D8F-B723-472E-5BCD-EC37F52FD30D}"/>
          </ac:picMkLst>
        </pc:picChg>
        <pc:picChg chg="add mod">
          <ac:chgData name="Darii, Nicolae" userId="18c5667e-ae49-4355-88be-b09e0cceeda4" providerId="ADAL" clId="{4ACEBDBB-EAF1-44AF-B61F-146D1B0AC665}" dt="2025-06-03T23:15:29.498" v="1448" actId="1076"/>
          <ac:picMkLst>
            <pc:docMk/>
            <pc:sldMk cId="2078319998" sldId="261"/>
            <ac:picMk id="7" creationId="{96BBA97C-82AA-EC94-7FDF-2694584B612D}"/>
          </ac:picMkLst>
        </pc:picChg>
        <pc:picChg chg="add mod">
          <ac:chgData name="Darii, Nicolae" userId="18c5667e-ae49-4355-88be-b09e0cceeda4" providerId="ADAL" clId="{4ACEBDBB-EAF1-44AF-B61F-146D1B0AC665}" dt="2025-06-03T19:19:40.366" v="1355" actId="1076"/>
          <ac:picMkLst>
            <pc:docMk/>
            <pc:sldMk cId="2078319998" sldId="261"/>
            <ac:picMk id="8" creationId="{62BCCFC2-BA07-53D1-47E3-A215AA32A3D3}"/>
          </ac:picMkLst>
        </pc:picChg>
        <pc:picChg chg="add mod">
          <ac:chgData name="Darii, Nicolae" userId="18c5667e-ae49-4355-88be-b09e0cceeda4" providerId="ADAL" clId="{4ACEBDBB-EAF1-44AF-B61F-146D1B0AC665}" dt="2025-06-03T19:17:05.875" v="1344" actId="1076"/>
          <ac:picMkLst>
            <pc:docMk/>
            <pc:sldMk cId="2078319998" sldId="261"/>
            <ac:picMk id="10" creationId="{1B03D70B-CF1A-1A17-98E6-DD5D4AFEBF00}"/>
          </ac:picMkLst>
        </pc:picChg>
        <pc:picChg chg="add mod">
          <ac:chgData name="Darii, Nicolae" userId="18c5667e-ae49-4355-88be-b09e0cceeda4" providerId="ADAL" clId="{4ACEBDBB-EAF1-44AF-B61F-146D1B0AC665}" dt="2025-06-03T19:19:44.327" v="1356" actId="1076"/>
          <ac:picMkLst>
            <pc:docMk/>
            <pc:sldMk cId="2078319998" sldId="261"/>
            <ac:picMk id="12" creationId="{7D70A19D-8C45-6803-FAFD-68EDFBE67AF4}"/>
          </ac:picMkLst>
        </pc:picChg>
        <pc:picChg chg="add mod">
          <ac:chgData name="Darii, Nicolae" userId="18c5667e-ae49-4355-88be-b09e0cceeda4" providerId="ADAL" clId="{4ACEBDBB-EAF1-44AF-B61F-146D1B0AC665}" dt="2025-06-03T19:19:44.327" v="1356" actId="1076"/>
          <ac:picMkLst>
            <pc:docMk/>
            <pc:sldMk cId="2078319998" sldId="261"/>
            <ac:picMk id="14" creationId="{10124DB1-4546-6D01-7D33-6B5BD9DF3D01}"/>
          </ac:picMkLst>
        </pc:picChg>
      </pc:sldChg>
      <pc:sldChg chg="addSp delSp modSp new del mod">
        <pc:chgData name="Darii, Nicolae" userId="18c5667e-ae49-4355-88be-b09e0cceeda4" providerId="ADAL" clId="{4ACEBDBB-EAF1-44AF-B61F-146D1B0AC665}" dt="2025-06-10T14:58:36.745" v="3564" actId="47"/>
        <pc:sldMkLst>
          <pc:docMk/>
          <pc:sldMk cId="791796465" sldId="262"/>
        </pc:sldMkLst>
        <pc:spChg chg="mod">
          <ac:chgData name="Darii, Nicolae" userId="18c5667e-ae49-4355-88be-b09e0cceeda4" providerId="ADAL" clId="{4ACEBDBB-EAF1-44AF-B61F-146D1B0AC665}" dt="2025-06-04T09:04:49.860" v="1488" actId="20577"/>
          <ac:spMkLst>
            <pc:docMk/>
            <pc:sldMk cId="791796465" sldId="262"/>
            <ac:spMk id="2" creationId="{12F91E7A-0D37-D9CD-2AD8-294A4CAA46A0}"/>
          </ac:spMkLst>
        </pc:spChg>
        <pc:spChg chg="del">
          <ac:chgData name="Darii, Nicolae" userId="18c5667e-ae49-4355-88be-b09e0cceeda4" providerId="ADAL" clId="{4ACEBDBB-EAF1-44AF-B61F-146D1B0AC665}" dt="2025-06-04T09:03:01.751" v="1469" actId="478"/>
          <ac:spMkLst>
            <pc:docMk/>
            <pc:sldMk cId="791796465" sldId="262"/>
            <ac:spMk id="3" creationId="{AF308BCC-FB5D-3DB4-3847-4184E2B505B7}"/>
          </ac:spMkLst>
        </pc:spChg>
        <pc:picChg chg="add mod">
          <ac:chgData name="Darii, Nicolae" userId="18c5667e-ae49-4355-88be-b09e0cceeda4" providerId="ADAL" clId="{4ACEBDBB-EAF1-44AF-B61F-146D1B0AC665}" dt="2025-06-04T09:03:22.381" v="1477" actId="1076"/>
          <ac:picMkLst>
            <pc:docMk/>
            <pc:sldMk cId="791796465" sldId="262"/>
            <ac:picMk id="5" creationId="{4D3CD33D-2EE0-8166-48C2-4E6C62606BA7}"/>
          </ac:picMkLst>
        </pc:picChg>
      </pc:sldChg>
      <pc:sldChg chg="addSp delSp modSp new del mod">
        <pc:chgData name="Darii, Nicolae" userId="18c5667e-ae49-4355-88be-b09e0cceeda4" providerId="ADAL" clId="{4ACEBDBB-EAF1-44AF-B61F-146D1B0AC665}" dt="2025-06-10T14:58:40.274" v="3567" actId="47"/>
        <pc:sldMkLst>
          <pc:docMk/>
          <pc:sldMk cId="1248116941" sldId="263"/>
        </pc:sldMkLst>
        <pc:spChg chg="mod">
          <ac:chgData name="Darii, Nicolae" userId="18c5667e-ae49-4355-88be-b09e0cceeda4" providerId="ADAL" clId="{4ACEBDBB-EAF1-44AF-B61F-146D1B0AC665}" dt="2025-06-04T10:29:19.798" v="1796" actId="20577"/>
          <ac:spMkLst>
            <pc:docMk/>
            <pc:sldMk cId="1248116941" sldId="263"/>
            <ac:spMk id="2" creationId="{28DC0738-57AC-9B6E-0124-FC920C8B35B0}"/>
          </ac:spMkLst>
        </pc:spChg>
        <pc:spChg chg="add mod">
          <ac:chgData name="Darii, Nicolae" userId="18c5667e-ae49-4355-88be-b09e0cceeda4" providerId="ADAL" clId="{4ACEBDBB-EAF1-44AF-B61F-146D1B0AC665}" dt="2025-06-04T10:32:00.656" v="2298" actId="1076"/>
          <ac:spMkLst>
            <pc:docMk/>
            <pc:sldMk cId="1248116941" sldId="263"/>
            <ac:spMk id="3" creationId="{5DD01618-13A3-1ED2-E3D4-18471C06F8B9}"/>
          </ac:spMkLst>
        </pc:spChg>
        <pc:spChg chg="del">
          <ac:chgData name="Darii, Nicolae" userId="18c5667e-ae49-4355-88be-b09e0cceeda4" providerId="ADAL" clId="{4ACEBDBB-EAF1-44AF-B61F-146D1B0AC665}" dt="2025-06-04T09:05:31.811" v="1497" actId="478"/>
          <ac:spMkLst>
            <pc:docMk/>
            <pc:sldMk cId="1248116941" sldId="263"/>
            <ac:spMk id="3" creationId="{FB610B89-D0FD-519C-4BB3-45CAA037A221}"/>
          </ac:spMkLst>
        </pc:spChg>
        <pc:picChg chg="add mod">
          <ac:chgData name="Darii, Nicolae" userId="18c5667e-ae49-4355-88be-b09e0cceeda4" providerId="ADAL" clId="{4ACEBDBB-EAF1-44AF-B61F-146D1B0AC665}" dt="2025-06-04T10:29:22.232" v="1797" actId="1076"/>
          <ac:picMkLst>
            <pc:docMk/>
            <pc:sldMk cId="1248116941" sldId="263"/>
            <ac:picMk id="5" creationId="{DABBCE9D-59C4-6193-BE98-4E6682A0A366}"/>
          </ac:picMkLst>
        </pc:picChg>
      </pc:sldChg>
      <pc:sldChg chg="addSp delSp modSp new del mod">
        <pc:chgData name="Darii, Nicolae" userId="18c5667e-ae49-4355-88be-b09e0cceeda4" providerId="ADAL" clId="{4ACEBDBB-EAF1-44AF-B61F-146D1B0AC665}" dt="2025-06-10T14:58:38.216" v="3565" actId="47"/>
        <pc:sldMkLst>
          <pc:docMk/>
          <pc:sldMk cId="2344074002" sldId="264"/>
        </pc:sldMkLst>
        <pc:spChg chg="mod">
          <ac:chgData name="Darii, Nicolae" userId="18c5667e-ae49-4355-88be-b09e0cceeda4" providerId="ADAL" clId="{4ACEBDBB-EAF1-44AF-B61F-146D1B0AC665}" dt="2025-06-04T10:13:48.417" v="1521" actId="20577"/>
          <ac:spMkLst>
            <pc:docMk/>
            <pc:sldMk cId="2344074002" sldId="264"/>
            <ac:spMk id="2" creationId="{20B9EF83-A5B5-AA55-077D-F87DB0C0F9D1}"/>
          </ac:spMkLst>
        </pc:spChg>
        <pc:spChg chg="del">
          <ac:chgData name="Darii, Nicolae" userId="18c5667e-ae49-4355-88be-b09e0cceeda4" providerId="ADAL" clId="{4ACEBDBB-EAF1-44AF-B61F-146D1B0AC665}" dt="2025-06-04T10:13:50.683" v="1522" actId="478"/>
          <ac:spMkLst>
            <pc:docMk/>
            <pc:sldMk cId="2344074002" sldId="264"/>
            <ac:spMk id="3" creationId="{06B66EEE-D847-09B4-5395-4324C67CB252}"/>
          </ac:spMkLst>
        </pc:spChg>
        <pc:spChg chg="add mod">
          <ac:chgData name="Darii, Nicolae" userId="18c5667e-ae49-4355-88be-b09e0cceeda4" providerId="ADAL" clId="{4ACEBDBB-EAF1-44AF-B61F-146D1B0AC665}" dt="2025-06-04T10:22:30.502" v="1734" actId="1076"/>
          <ac:spMkLst>
            <pc:docMk/>
            <pc:sldMk cId="2344074002" sldId="264"/>
            <ac:spMk id="4" creationId="{7C2FFA63-B444-C645-3F82-337625BAF673}"/>
          </ac:spMkLst>
        </pc:spChg>
        <pc:spChg chg="add mod">
          <ac:chgData name="Darii, Nicolae" userId="18c5667e-ae49-4355-88be-b09e0cceeda4" providerId="ADAL" clId="{4ACEBDBB-EAF1-44AF-B61F-146D1B0AC665}" dt="2025-06-04T10:18:30.024" v="1717" actId="1076"/>
          <ac:spMkLst>
            <pc:docMk/>
            <pc:sldMk cId="2344074002" sldId="264"/>
            <ac:spMk id="5" creationId="{FFF1AFB6-2364-900C-43CF-AF0FF403F979}"/>
          </ac:spMkLst>
        </pc:spChg>
        <pc:spChg chg="add mod ord">
          <ac:chgData name="Darii, Nicolae" userId="18c5667e-ae49-4355-88be-b09e0cceeda4" providerId="ADAL" clId="{4ACEBDBB-EAF1-44AF-B61F-146D1B0AC665}" dt="2025-06-04T10:22:55.295" v="1739" actId="14100"/>
          <ac:spMkLst>
            <pc:docMk/>
            <pc:sldMk cId="2344074002" sldId="264"/>
            <ac:spMk id="10" creationId="{13A96850-35B8-9E32-82C2-ED9951D8A8D1}"/>
          </ac:spMkLst>
        </pc:spChg>
        <pc:spChg chg="add mod ord">
          <ac:chgData name="Darii, Nicolae" userId="18c5667e-ae49-4355-88be-b09e0cceeda4" providerId="ADAL" clId="{4ACEBDBB-EAF1-44AF-B61F-146D1B0AC665}" dt="2025-06-04T10:23:11.511" v="1745" actId="14100"/>
          <ac:spMkLst>
            <pc:docMk/>
            <pc:sldMk cId="2344074002" sldId="264"/>
            <ac:spMk id="11" creationId="{E040D3E5-9E96-A103-7F2B-65501F8FC122}"/>
          </ac:spMkLst>
        </pc:spChg>
        <pc:picChg chg="add mod">
          <ac:chgData name="Darii, Nicolae" userId="18c5667e-ae49-4355-88be-b09e0cceeda4" providerId="ADAL" clId="{4ACEBDBB-EAF1-44AF-B61F-146D1B0AC665}" dt="2025-06-04T10:22:28.312" v="1733" actId="14100"/>
          <ac:picMkLst>
            <pc:docMk/>
            <pc:sldMk cId="2344074002" sldId="264"/>
            <ac:picMk id="7" creationId="{C080976A-FA59-A9BD-A15E-D81E4E5D1185}"/>
          </ac:picMkLst>
        </pc:picChg>
        <pc:picChg chg="add mod">
          <ac:chgData name="Darii, Nicolae" userId="18c5667e-ae49-4355-88be-b09e0cceeda4" providerId="ADAL" clId="{4ACEBDBB-EAF1-44AF-B61F-146D1B0AC665}" dt="2025-06-04T10:22:24.336" v="1731" actId="1076"/>
          <ac:picMkLst>
            <pc:docMk/>
            <pc:sldMk cId="2344074002" sldId="264"/>
            <ac:picMk id="9" creationId="{F0292B75-5586-A0DB-2A28-001E5ED84AE3}"/>
          </ac:picMkLst>
        </pc:picChg>
      </pc:sldChg>
      <pc:sldChg chg="addSp delSp modSp new del mod">
        <pc:chgData name="Darii, Nicolae" userId="18c5667e-ae49-4355-88be-b09e0cceeda4" providerId="ADAL" clId="{4ACEBDBB-EAF1-44AF-B61F-146D1B0AC665}" dt="2025-06-10T14:58:38.991" v="3566" actId="47"/>
        <pc:sldMkLst>
          <pc:docMk/>
          <pc:sldMk cId="3813211933" sldId="265"/>
        </pc:sldMkLst>
        <pc:spChg chg="mod">
          <ac:chgData name="Darii, Nicolae" userId="18c5667e-ae49-4355-88be-b09e0cceeda4" providerId="ADAL" clId="{4ACEBDBB-EAF1-44AF-B61F-146D1B0AC665}" dt="2025-06-04T10:35:03.517" v="2427" actId="20577"/>
          <ac:spMkLst>
            <pc:docMk/>
            <pc:sldMk cId="3813211933" sldId="265"/>
            <ac:spMk id="2" creationId="{0C96C299-653B-C9AF-FB55-91040A70BC79}"/>
          </ac:spMkLst>
        </pc:spChg>
        <pc:spChg chg="del">
          <ac:chgData name="Darii, Nicolae" userId="18c5667e-ae49-4355-88be-b09e0cceeda4" providerId="ADAL" clId="{4ACEBDBB-EAF1-44AF-B61F-146D1B0AC665}" dt="2025-06-04T10:25:28.354" v="1773" actId="478"/>
          <ac:spMkLst>
            <pc:docMk/>
            <pc:sldMk cId="3813211933" sldId="265"/>
            <ac:spMk id="3" creationId="{04DCD496-A862-7BA1-3E99-0D10F722CB45}"/>
          </ac:spMkLst>
        </pc:spChg>
        <pc:picChg chg="add mod">
          <ac:chgData name="Darii, Nicolae" userId="18c5667e-ae49-4355-88be-b09e0cceeda4" providerId="ADAL" clId="{4ACEBDBB-EAF1-44AF-B61F-146D1B0AC665}" dt="2025-06-04T10:25:32.904" v="1777" actId="1076"/>
          <ac:picMkLst>
            <pc:docMk/>
            <pc:sldMk cId="3813211933" sldId="265"/>
            <ac:picMk id="5" creationId="{458EBCBF-A2E5-4837-EABD-DD9A0FE15BF2}"/>
          </ac:picMkLst>
        </pc:picChg>
      </pc:sldChg>
      <pc:sldChg chg="addSp delSp modSp new del mod">
        <pc:chgData name="Darii, Nicolae" userId="18c5667e-ae49-4355-88be-b09e0cceeda4" providerId="ADAL" clId="{4ACEBDBB-EAF1-44AF-B61F-146D1B0AC665}" dt="2025-06-10T14:58:33.191" v="3560" actId="47"/>
        <pc:sldMkLst>
          <pc:docMk/>
          <pc:sldMk cId="3065331448" sldId="266"/>
        </pc:sldMkLst>
        <pc:spChg chg="mod">
          <ac:chgData name="Darii, Nicolae" userId="18c5667e-ae49-4355-88be-b09e0cceeda4" providerId="ADAL" clId="{4ACEBDBB-EAF1-44AF-B61F-146D1B0AC665}" dt="2025-06-05T10:03:37.888" v="2565" actId="20577"/>
          <ac:spMkLst>
            <pc:docMk/>
            <pc:sldMk cId="3065331448" sldId="266"/>
            <ac:spMk id="2" creationId="{D124E344-5B23-79AB-9E10-3AB95C22CDB3}"/>
          </ac:spMkLst>
        </pc:spChg>
        <pc:spChg chg="del">
          <ac:chgData name="Darii, Nicolae" userId="18c5667e-ae49-4355-88be-b09e0cceeda4" providerId="ADAL" clId="{4ACEBDBB-EAF1-44AF-B61F-146D1B0AC665}" dt="2025-06-05T10:03:40.307" v="2566" actId="478"/>
          <ac:spMkLst>
            <pc:docMk/>
            <pc:sldMk cId="3065331448" sldId="266"/>
            <ac:spMk id="3" creationId="{BF3F7CED-FD48-3756-3784-4ED839023CF7}"/>
          </ac:spMkLst>
        </pc:spChg>
        <pc:spChg chg="add mod">
          <ac:chgData name="Darii, Nicolae" userId="18c5667e-ae49-4355-88be-b09e0cceeda4" providerId="ADAL" clId="{4ACEBDBB-EAF1-44AF-B61F-146D1B0AC665}" dt="2025-06-05T10:09:13.058" v="2855" actId="1076"/>
          <ac:spMkLst>
            <pc:docMk/>
            <pc:sldMk cId="3065331448" sldId="266"/>
            <ac:spMk id="4" creationId="{B945C84F-0779-1FA4-2134-3A535C765DB7}"/>
          </ac:spMkLst>
        </pc:spChg>
        <pc:spChg chg="add mod">
          <ac:chgData name="Darii, Nicolae" userId="18c5667e-ae49-4355-88be-b09e0cceeda4" providerId="ADAL" clId="{4ACEBDBB-EAF1-44AF-B61F-146D1B0AC665}" dt="2025-06-05T10:09:15.396" v="2856" actId="1076"/>
          <ac:spMkLst>
            <pc:docMk/>
            <pc:sldMk cId="3065331448" sldId="266"/>
            <ac:spMk id="5" creationId="{7450C9C2-2848-7E90-85D8-3292CBB516BE}"/>
          </ac:spMkLst>
        </pc:spChg>
        <pc:spChg chg="add mod">
          <ac:chgData name="Darii, Nicolae" userId="18c5667e-ae49-4355-88be-b09e0cceeda4" providerId="ADAL" clId="{4ACEBDBB-EAF1-44AF-B61F-146D1B0AC665}" dt="2025-06-05T10:09:17.963" v="2857" actId="1076"/>
          <ac:spMkLst>
            <pc:docMk/>
            <pc:sldMk cId="3065331448" sldId="266"/>
            <ac:spMk id="6" creationId="{81FF412C-8E61-72B5-7902-C7FE71E5A921}"/>
          </ac:spMkLst>
        </pc:spChg>
        <pc:spChg chg="add mod">
          <ac:chgData name="Darii, Nicolae" userId="18c5667e-ae49-4355-88be-b09e0cceeda4" providerId="ADAL" clId="{4ACEBDBB-EAF1-44AF-B61F-146D1B0AC665}" dt="2025-06-05T10:09:20.409" v="2858" actId="1076"/>
          <ac:spMkLst>
            <pc:docMk/>
            <pc:sldMk cId="3065331448" sldId="266"/>
            <ac:spMk id="7" creationId="{5F45FB61-77C8-BAD2-7BA8-37CA326467F9}"/>
          </ac:spMkLst>
        </pc:spChg>
        <pc:picChg chg="add mod">
          <ac:chgData name="Darii, Nicolae" userId="18c5667e-ae49-4355-88be-b09e0cceeda4" providerId="ADAL" clId="{4ACEBDBB-EAF1-44AF-B61F-146D1B0AC665}" dt="2025-06-05T10:08:55.441" v="2854" actId="1076"/>
          <ac:picMkLst>
            <pc:docMk/>
            <pc:sldMk cId="3065331448" sldId="266"/>
            <ac:picMk id="8" creationId="{0F3AC293-ECBA-2717-0C81-D38080977D2D}"/>
          </ac:picMkLst>
        </pc:picChg>
      </pc:sldChg>
      <pc:sldChg chg="addSp delSp modSp new del mod">
        <pc:chgData name="Darii, Nicolae" userId="18c5667e-ae49-4355-88be-b09e0cceeda4" providerId="ADAL" clId="{4ACEBDBB-EAF1-44AF-B61F-146D1B0AC665}" dt="2025-06-10T14:59:42.504" v="3570" actId="47"/>
        <pc:sldMkLst>
          <pc:docMk/>
          <pc:sldMk cId="732246668" sldId="267"/>
        </pc:sldMkLst>
        <pc:spChg chg="del">
          <ac:chgData name="Darii, Nicolae" userId="18c5667e-ae49-4355-88be-b09e0cceeda4" providerId="ADAL" clId="{4ACEBDBB-EAF1-44AF-B61F-146D1B0AC665}" dt="2025-06-06T13:53:22.266" v="2864" actId="478"/>
          <ac:spMkLst>
            <pc:docMk/>
            <pc:sldMk cId="732246668" sldId="267"/>
            <ac:spMk id="2" creationId="{E18265F8-85B3-5A35-E0B3-61AC52B8D86A}"/>
          </ac:spMkLst>
        </pc:spChg>
        <pc:spChg chg="del">
          <ac:chgData name="Darii, Nicolae" userId="18c5667e-ae49-4355-88be-b09e0cceeda4" providerId="ADAL" clId="{4ACEBDBB-EAF1-44AF-B61F-146D1B0AC665}" dt="2025-06-06T13:53:22.266" v="2864" actId="478"/>
          <ac:spMkLst>
            <pc:docMk/>
            <pc:sldMk cId="732246668" sldId="267"/>
            <ac:spMk id="3" creationId="{873A123C-D96B-3F8D-7A27-2F2E5D53A989}"/>
          </ac:spMkLst>
        </pc:spChg>
        <pc:picChg chg="add mod">
          <ac:chgData name="Darii, Nicolae" userId="18c5667e-ae49-4355-88be-b09e0cceeda4" providerId="ADAL" clId="{4ACEBDBB-EAF1-44AF-B61F-146D1B0AC665}" dt="2025-06-06T13:53:52.427" v="2867" actId="1076"/>
          <ac:picMkLst>
            <pc:docMk/>
            <pc:sldMk cId="732246668" sldId="267"/>
            <ac:picMk id="5" creationId="{E3F55D9F-B997-80E9-2377-EB780103902B}"/>
          </ac:picMkLst>
        </pc:picChg>
        <pc:picChg chg="add mod">
          <ac:chgData name="Darii, Nicolae" userId="18c5667e-ae49-4355-88be-b09e0cceeda4" providerId="ADAL" clId="{4ACEBDBB-EAF1-44AF-B61F-146D1B0AC665}" dt="2025-06-06T13:54:34.692" v="2872" actId="1076"/>
          <ac:picMkLst>
            <pc:docMk/>
            <pc:sldMk cId="732246668" sldId="267"/>
            <ac:picMk id="7" creationId="{6C83024A-E8D3-D5F0-2B76-1D5CB452EAE0}"/>
          </ac:picMkLst>
        </pc:picChg>
        <pc:picChg chg="add mod">
          <ac:chgData name="Darii, Nicolae" userId="18c5667e-ae49-4355-88be-b09e0cceeda4" providerId="ADAL" clId="{4ACEBDBB-EAF1-44AF-B61F-146D1B0AC665}" dt="2025-06-06T13:55:13.485" v="2876" actId="1076"/>
          <ac:picMkLst>
            <pc:docMk/>
            <pc:sldMk cId="732246668" sldId="267"/>
            <ac:picMk id="9" creationId="{D86035AD-94BD-31A3-2E2F-7F844A351D47}"/>
          </ac:picMkLst>
        </pc:picChg>
        <pc:picChg chg="add mod">
          <ac:chgData name="Darii, Nicolae" userId="18c5667e-ae49-4355-88be-b09e0cceeda4" providerId="ADAL" clId="{4ACEBDBB-EAF1-44AF-B61F-146D1B0AC665}" dt="2025-06-06T13:55:42.279" v="2882" actId="1076"/>
          <ac:picMkLst>
            <pc:docMk/>
            <pc:sldMk cId="732246668" sldId="267"/>
            <ac:picMk id="11" creationId="{D48306FD-D0A9-67A6-970F-0153D2521AD1}"/>
          </ac:picMkLst>
        </pc:picChg>
      </pc:sldChg>
      <pc:sldChg chg="addSp delSp modSp new del mod">
        <pc:chgData name="Darii, Nicolae" userId="18c5667e-ae49-4355-88be-b09e0cceeda4" providerId="ADAL" clId="{4ACEBDBB-EAF1-44AF-B61F-146D1B0AC665}" dt="2025-06-10T14:59:39.928" v="3569" actId="47"/>
        <pc:sldMkLst>
          <pc:docMk/>
          <pc:sldMk cId="2669614949" sldId="268"/>
        </pc:sldMkLst>
        <pc:spChg chg="del">
          <ac:chgData name="Darii, Nicolae" userId="18c5667e-ae49-4355-88be-b09e0cceeda4" providerId="ADAL" clId="{4ACEBDBB-EAF1-44AF-B61F-146D1B0AC665}" dt="2025-06-06T14:56:23.334" v="2884" actId="478"/>
          <ac:spMkLst>
            <pc:docMk/>
            <pc:sldMk cId="2669614949" sldId="268"/>
            <ac:spMk id="2" creationId="{504718C0-0F59-5309-5B56-400F2D0E4D8F}"/>
          </ac:spMkLst>
        </pc:spChg>
        <pc:spChg chg="del">
          <ac:chgData name="Darii, Nicolae" userId="18c5667e-ae49-4355-88be-b09e0cceeda4" providerId="ADAL" clId="{4ACEBDBB-EAF1-44AF-B61F-146D1B0AC665}" dt="2025-06-06T14:56:23.334" v="2884" actId="478"/>
          <ac:spMkLst>
            <pc:docMk/>
            <pc:sldMk cId="2669614949" sldId="268"/>
            <ac:spMk id="3" creationId="{7145E1D6-8540-5DF8-7D08-256ACCD8D76C}"/>
          </ac:spMkLst>
        </pc:spChg>
        <pc:picChg chg="add del mod">
          <ac:chgData name="Darii, Nicolae" userId="18c5667e-ae49-4355-88be-b09e0cceeda4" providerId="ADAL" clId="{4ACEBDBB-EAF1-44AF-B61F-146D1B0AC665}" dt="2025-06-10T14:37:50.546" v="2906" actId="478"/>
          <ac:picMkLst>
            <pc:docMk/>
            <pc:sldMk cId="2669614949" sldId="268"/>
            <ac:picMk id="5" creationId="{E41B99BD-AC57-8255-D7C1-DCDBCD16558E}"/>
          </ac:picMkLst>
        </pc:picChg>
        <pc:picChg chg="add del mod">
          <ac:chgData name="Darii, Nicolae" userId="18c5667e-ae49-4355-88be-b09e0cceeda4" providerId="ADAL" clId="{4ACEBDBB-EAF1-44AF-B61F-146D1B0AC665}" dt="2025-06-10T14:37:48.688" v="2905" actId="478"/>
          <ac:picMkLst>
            <pc:docMk/>
            <pc:sldMk cId="2669614949" sldId="268"/>
            <ac:picMk id="7" creationId="{B4196400-CDBE-2183-3D20-55D522A67E34}"/>
          </ac:picMkLst>
        </pc:picChg>
        <pc:picChg chg="add del mod">
          <ac:chgData name="Darii, Nicolae" userId="18c5667e-ae49-4355-88be-b09e0cceeda4" providerId="ADAL" clId="{4ACEBDBB-EAF1-44AF-B61F-146D1B0AC665}" dt="2025-06-10T14:37:51.380" v="2908" actId="478"/>
          <ac:picMkLst>
            <pc:docMk/>
            <pc:sldMk cId="2669614949" sldId="268"/>
            <ac:picMk id="9" creationId="{B28FB664-B34B-A3C7-37A2-7659AA0EEBC1}"/>
          </ac:picMkLst>
        </pc:picChg>
        <pc:picChg chg="add del mod">
          <ac:chgData name="Darii, Nicolae" userId="18c5667e-ae49-4355-88be-b09e0cceeda4" providerId="ADAL" clId="{4ACEBDBB-EAF1-44AF-B61F-146D1B0AC665}" dt="2025-06-10T14:37:50.895" v="2907" actId="478"/>
          <ac:picMkLst>
            <pc:docMk/>
            <pc:sldMk cId="2669614949" sldId="268"/>
            <ac:picMk id="11" creationId="{A592B39B-AFAB-7A41-59E4-1B5EB86CF8BF}"/>
          </ac:picMkLst>
        </pc:picChg>
        <pc:picChg chg="add del mod">
          <ac:chgData name="Darii, Nicolae" userId="18c5667e-ae49-4355-88be-b09e0cceeda4" providerId="ADAL" clId="{4ACEBDBB-EAF1-44AF-B61F-146D1B0AC665}" dt="2025-06-10T14:37:51.966" v="2909" actId="478"/>
          <ac:picMkLst>
            <pc:docMk/>
            <pc:sldMk cId="2669614949" sldId="268"/>
            <ac:picMk id="13" creationId="{AEDDE6DE-6E91-6C86-B00A-2ADB3B67A211}"/>
          </ac:picMkLst>
        </pc:picChg>
      </pc:sldChg>
      <pc:sldChg chg="addSp delSp modSp new mod">
        <pc:chgData name="Darii, Nicolae" userId="18c5667e-ae49-4355-88be-b09e0cceeda4" providerId="ADAL" clId="{4ACEBDBB-EAF1-44AF-B61F-146D1B0AC665}" dt="2025-06-10T17:36:44.249" v="5843" actId="1076"/>
        <pc:sldMkLst>
          <pc:docMk/>
          <pc:sldMk cId="4088315919" sldId="269"/>
        </pc:sldMkLst>
        <pc:spChg chg="del">
          <ac:chgData name="Darii, Nicolae" userId="18c5667e-ae49-4355-88be-b09e0cceeda4" providerId="ADAL" clId="{4ACEBDBB-EAF1-44AF-B61F-146D1B0AC665}" dt="2025-06-10T14:59:45.870" v="3571" actId="478"/>
          <ac:spMkLst>
            <pc:docMk/>
            <pc:sldMk cId="4088315919" sldId="269"/>
            <ac:spMk id="2" creationId="{FD8E1FA5-735D-E5E2-C768-B9D3CA191AE7}"/>
          </ac:spMkLst>
        </pc:spChg>
        <pc:spChg chg="del">
          <ac:chgData name="Darii, Nicolae" userId="18c5667e-ae49-4355-88be-b09e0cceeda4" providerId="ADAL" clId="{4ACEBDBB-EAF1-44AF-B61F-146D1B0AC665}" dt="2025-06-10T14:59:47.538" v="3572" actId="478"/>
          <ac:spMkLst>
            <pc:docMk/>
            <pc:sldMk cId="4088315919" sldId="269"/>
            <ac:spMk id="3" creationId="{A127C4B2-AAF0-FA9F-3B01-D225CDEB4C84}"/>
          </ac:spMkLst>
        </pc:spChg>
        <pc:spChg chg="add del mod">
          <ac:chgData name="Darii, Nicolae" userId="18c5667e-ae49-4355-88be-b09e0cceeda4" providerId="ADAL" clId="{4ACEBDBB-EAF1-44AF-B61F-146D1B0AC665}" dt="2025-06-10T16:37:32.012" v="3796" actId="478"/>
          <ac:spMkLst>
            <pc:docMk/>
            <pc:sldMk cId="4088315919" sldId="269"/>
            <ac:spMk id="5" creationId="{4101360E-4FA5-3169-0EF3-88B20A933860}"/>
          </ac:spMkLst>
        </pc:spChg>
        <pc:spChg chg="add del mod">
          <ac:chgData name="Darii, Nicolae" userId="18c5667e-ae49-4355-88be-b09e0cceeda4" providerId="ADAL" clId="{4ACEBDBB-EAF1-44AF-B61F-146D1B0AC665}" dt="2025-06-10T15:23:50.434" v="3766" actId="478"/>
          <ac:spMkLst>
            <pc:docMk/>
            <pc:sldMk cId="4088315919" sldId="269"/>
            <ac:spMk id="10" creationId="{DF5C0BB7-E30C-A40E-BA5D-CEAE3AF08FD2}"/>
          </ac:spMkLst>
        </pc:spChg>
        <pc:spChg chg="add del mod">
          <ac:chgData name="Darii, Nicolae" userId="18c5667e-ae49-4355-88be-b09e0cceeda4" providerId="ADAL" clId="{4ACEBDBB-EAF1-44AF-B61F-146D1B0AC665}" dt="2025-06-10T15:23:51.680" v="3767" actId="478"/>
          <ac:spMkLst>
            <pc:docMk/>
            <pc:sldMk cId="4088315919" sldId="269"/>
            <ac:spMk id="13" creationId="{278F006E-15D6-7F2D-1CA8-68EE97D17882}"/>
          </ac:spMkLst>
        </pc:spChg>
        <pc:grpChg chg="add mod">
          <ac:chgData name="Darii, Nicolae" userId="18c5667e-ae49-4355-88be-b09e0cceeda4" providerId="ADAL" clId="{4ACEBDBB-EAF1-44AF-B61F-146D1B0AC665}" dt="2025-06-10T16:37:46.476" v="3797" actId="164"/>
          <ac:grpSpMkLst>
            <pc:docMk/>
            <pc:sldMk cId="4088315919" sldId="269"/>
            <ac:grpSpMk id="2" creationId="{492460FE-80A4-B2BC-404C-9A6F9A7C80A7}"/>
          </ac:grpSpMkLst>
        </pc:grpChg>
        <pc:graphicFrameChg chg="add mod modGraphic">
          <ac:chgData name="Darii, Nicolae" userId="18c5667e-ae49-4355-88be-b09e0cceeda4" providerId="ADAL" clId="{4ACEBDBB-EAF1-44AF-B61F-146D1B0AC665}" dt="2025-06-10T17:36:44.249" v="5843" actId="1076"/>
          <ac:graphicFrameMkLst>
            <pc:docMk/>
            <pc:sldMk cId="4088315919" sldId="269"/>
            <ac:graphicFrameMk id="4" creationId="{224250FB-AA9A-181F-F3B0-877584446493}"/>
          </ac:graphicFrameMkLst>
        </pc:graphicFrameChg>
        <pc:picChg chg="add mod">
          <ac:chgData name="Darii, Nicolae" userId="18c5667e-ae49-4355-88be-b09e0cceeda4" providerId="ADAL" clId="{4ACEBDBB-EAF1-44AF-B61F-146D1B0AC665}" dt="2025-06-10T16:37:46.476" v="3797" actId="164"/>
          <ac:picMkLst>
            <pc:docMk/>
            <pc:sldMk cId="4088315919" sldId="269"/>
            <ac:picMk id="7" creationId="{D4DCB93A-FC61-9900-EC22-0009B6DEC934}"/>
          </ac:picMkLst>
        </pc:picChg>
        <pc:picChg chg="add mod">
          <ac:chgData name="Darii, Nicolae" userId="18c5667e-ae49-4355-88be-b09e0cceeda4" providerId="ADAL" clId="{4ACEBDBB-EAF1-44AF-B61F-146D1B0AC665}" dt="2025-06-10T16:37:46.476" v="3797" actId="164"/>
          <ac:picMkLst>
            <pc:docMk/>
            <pc:sldMk cId="4088315919" sldId="269"/>
            <ac:picMk id="9" creationId="{8E2693A1-0FF4-88FC-FEBF-2748DF6E234F}"/>
          </ac:picMkLst>
        </pc:picChg>
        <pc:picChg chg="add mod modCrop">
          <ac:chgData name="Darii, Nicolae" userId="18c5667e-ae49-4355-88be-b09e0cceeda4" providerId="ADAL" clId="{4ACEBDBB-EAF1-44AF-B61F-146D1B0AC665}" dt="2025-06-10T15:23:58.263" v="3772" actId="1076"/>
          <ac:picMkLst>
            <pc:docMk/>
            <pc:sldMk cId="4088315919" sldId="269"/>
            <ac:picMk id="12" creationId="{0465200A-4B6D-5612-199B-8264A9B9DCD6}"/>
          </ac:picMkLst>
        </pc:picChg>
      </pc:sldChg>
      <pc:sldChg chg="addSp delSp modSp new mod setBg">
        <pc:chgData name="Darii, Nicolae" userId="18c5667e-ae49-4355-88be-b09e0cceeda4" providerId="ADAL" clId="{4ACEBDBB-EAF1-44AF-B61F-146D1B0AC665}" dt="2025-06-11T08:30:19.933" v="6470" actId="1076"/>
        <pc:sldMkLst>
          <pc:docMk/>
          <pc:sldMk cId="1490520916" sldId="270"/>
        </pc:sldMkLst>
        <pc:spChg chg="del">
          <ac:chgData name="Darii, Nicolae" userId="18c5667e-ae49-4355-88be-b09e0cceeda4" providerId="ADAL" clId="{4ACEBDBB-EAF1-44AF-B61F-146D1B0AC665}" dt="2025-06-10T15:24:13.521" v="3778" actId="478"/>
          <ac:spMkLst>
            <pc:docMk/>
            <pc:sldMk cId="1490520916" sldId="270"/>
            <ac:spMk id="2" creationId="{A6DDC9D3-D287-9AC5-F9AF-14CCA0BA4E1D}"/>
          </ac:spMkLst>
        </pc:spChg>
        <pc:spChg chg="del">
          <ac:chgData name="Darii, Nicolae" userId="18c5667e-ae49-4355-88be-b09e0cceeda4" providerId="ADAL" clId="{4ACEBDBB-EAF1-44AF-B61F-146D1B0AC665}" dt="2025-06-10T15:24:14.204" v="3779" actId="478"/>
          <ac:spMkLst>
            <pc:docMk/>
            <pc:sldMk cId="1490520916" sldId="270"/>
            <ac:spMk id="3" creationId="{FF319B63-109A-0652-EAAB-A02F1F8FBF3D}"/>
          </ac:spMkLst>
        </pc:spChg>
        <pc:spChg chg="add mod ord">
          <ac:chgData name="Darii, Nicolae" userId="18c5667e-ae49-4355-88be-b09e0cceeda4" providerId="ADAL" clId="{4ACEBDBB-EAF1-44AF-B61F-146D1B0AC665}" dt="2025-06-10T17:31:46.377" v="5790" actId="14100"/>
          <ac:spMkLst>
            <pc:docMk/>
            <pc:sldMk cId="1490520916" sldId="270"/>
            <ac:spMk id="11" creationId="{6A9999EC-A76C-704E-A28F-497FCB237F5D}"/>
          </ac:spMkLst>
        </pc:spChg>
        <pc:spChg chg="add del">
          <ac:chgData name="Darii, Nicolae" userId="18c5667e-ae49-4355-88be-b09e0cceeda4" providerId="ADAL" clId="{4ACEBDBB-EAF1-44AF-B61F-146D1B0AC665}" dt="2025-06-10T15:27:16.519" v="3788" actId="26606"/>
          <ac:spMkLst>
            <pc:docMk/>
            <pc:sldMk cId="1490520916" sldId="270"/>
            <ac:spMk id="12" creationId="{A169D286-F4D7-4C8B-A6BD-D05384C7F1D8}"/>
          </ac:spMkLst>
        </pc:spChg>
        <pc:spChg chg="add mod">
          <ac:chgData name="Darii, Nicolae" userId="18c5667e-ae49-4355-88be-b09e0cceeda4" providerId="ADAL" clId="{4ACEBDBB-EAF1-44AF-B61F-146D1B0AC665}" dt="2025-06-10T17:32:29.427" v="5804" actId="14100"/>
          <ac:spMkLst>
            <pc:docMk/>
            <pc:sldMk cId="1490520916" sldId="270"/>
            <ac:spMk id="12" creationId="{BCB4CA25-5C39-3905-50F8-7073B49C87D2}"/>
          </ac:spMkLst>
        </pc:spChg>
        <pc:spChg chg="add del mod">
          <ac:chgData name="Darii, Nicolae" userId="18c5667e-ae49-4355-88be-b09e0cceeda4" providerId="ADAL" clId="{4ACEBDBB-EAF1-44AF-B61F-146D1B0AC665}" dt="2025-06-10T17:31:59.296" v="5796" actId="478"/>
          <ac:spMkLst>
            <pc:docMk/>
            <pc:sldMk cId="1490520916" sldId="270"/>
            <ac:spMk id="13" creationId="{AC0DBFDE-EEA3-3C3C-214D-D3E061E0F827}"/>
          </ac:spMkLst>
        </pc:spChg>
        <pc:spChg chg="add del">
          <ac:chgData name="Darii, Nicolae" userId="18c5667e-ae49-4355-88be-b09e0cceeda4" providerId="ADAL" clId="{4ACEBDBB-EAF1-44AF-B61F-146D1B0AC665}" dt="2025-06-10T15:27:16.519" v="3788" actId="26606"/>
          <ac:spMkLst>
            <pc:docMk/>
            <pc:sldMk cId="1490520916" sldId="270"/>
            <ac:spMk id="14" creationId="{39E8235E-135E-4261-8F54-2B316E493C42}"/>
          </ac:spMkLst>
        </pc:spChg>
        <pc:spChg chg="add">
          <ac:chgData name="Darii, Nicolae" userId="18c5667e-ae49-4355-88be-b09e0cceeda4" providerId="ADAL" clId="{4ACEBDBB-EAF1-44AF-B61F-146D1B0AC665}" dt="2025-06-10T16:55:06.099" v="3832" actId="26606"/>
          <ac:spMkLst>
            <pc:docMk/>
            <pc:sldMk cId="1490520916" sldId="270"/>
            <ac:spMk id="15" creationId="{417CDA24-35F8-4540-8C52-3096D6D94949}"/>
          </ac:spMkLst>
        </pc:spChg>
        <pc:spChg chg="add del">
          <ac:chgData name="Darii, Nicolae" userId="18c5667e-ae49-4355-88be-b09e0cceeda4" providerId="ADAL" clId="{4ACEBDBB-EAF1-44AF-B61F-146D1B0AC665}" dt="2025-06-10T15:27:16.519" v="3788" actId="26606"/>
          <ac:spMkLst>
            <pc:docMk/>
            <pc:sldMk cId="1490520916" sldId="270"/>
            <ac:spMk id="16" creationId="{D4ED8EC3-4D57-4620-93CE-4E6661F09A3E}"/>
          </ac:spMkLst>
        </pc:spChg>
        <pc:spChg chg="add">
          <ac:chgData name="Darii, Nicolae" userId="18c5667e-ae49-4355-88be-b09e0cceeda4" providerId="ADAL" clId="{4ACEBDBB-EAF1-44AF-B61F-146D1B0AC665}" dt="2025-06-10T16:55:06.099" v="3832" actId="26606"/>
          <ac:spMkLst>
            <pc:docMk/>
            <pc:sldMk cId="1490520916" sldId="270"/>
            <ac:spMk id="17" creationId="{8658BFE0-4E65-4174-9C75-687C94E88273}"/>
          </ac:spMkLst>
        </pc:spChg>
        <pc:spChg chg="add del">
          <ac:chgData name="Darii, Nicolae" userId="18c5667e-ae49-4355-88be-b09e0cceeda4" providerId="ADAL" clId="{4ACEBDBB-EAF1-44AF-B61F-146D1B0AC665}" dt="2025-06-10T15:27:16.519" v="3788" actId="26606"/>
          <ac:spMkLst>
            <pc:docMk/>
            <pc:sldMk cId="1490520916" sldId="270"/>
            <ac:spMk id="18" creationId="{83BCB34A-2F40-4F41-8488-A134C1C155B7}"/>
          </ac:spMkLst>
        </pc:spChg>
        <pc:spChg chg="add">
          <ac:chgData name="Darii, Nicolae" userId="18c5667e-ae49-4355-88be-b09e0cceeda4" providerId="ADAL" clId="{4ACEBDBB-EAF1-44AF-B61F-146D1B0AC665}" dt="2025-06-10T16:55:06.099" v="3832" actId="26606"/>
          <ac:spMkLst>
            <pc:docMk/>
            <pc:sldMk cId="1490520916" sldId="270"/>
            <ac:spMk id="19" creationId="{FA75DFED-A0C1-4A83-BE1D-0271C1826EF6}"/>
          </ac:spMkLst>
        </pc:spChg>
        <pc:spChg chg="add del">
          <ac:chgData name="Darii, Nicolae" userId="18c5667e-ae49-4355-88be-b09e0cceeda4" providerId="ADAL" clId="{4ACEBDBB-EAF1-44AF-B61F-146D1B0AC665}" dt="2025-06-10T15:27:16.519" v="3788" actId="26606"/>
          <ac:spMkLst>
            <pc:docMk/>
            <pc:sldMk cId="1490520916" sldId="270"/>
            <ac:spMk id="20" creationId="{F78382DC-4207-465E-B379-1E16448AA222}"/>
          </ac:spMkLst>
        </pc:spChg>
        <pc:picChg chg="add del mod ord">
          <ac:chgData name="Darii, Nicolae" userId="18c5667e-ae49-4355-88be-b09e0cceeda4" providerId="ADAL" clId="{4ACEBDBB-EAF1-44AF-B61F-146D1B0AC665}" dt="2025-06-11T08:22:55.761" v="6405" actId="478"/>
          <ac:picMkLst>
            <pc:docMk/>
            <pc:sldMk cId="1490520916" sldId="270"/>
            <ac:picMk id="3" creationId="{C00C8F4D-968A-6EE5-2F75-3E556AA65FDC}"/>
          </ac:picMkLst>
        </pc:picChg>
        <pc:picChg chg="add mod ord">
          <ac:chgData name="Darii, Nicolae" userId="18c5667e-ae49-4355-88be-b09e0cceeda4" providerId="ADAL" clId="{4ACEBDBB-EAF1-44AF-B61F-146D1B0AC665}" dt="2025-06-11T08:23:02.611" v="6410" actId="167"/>
          <ac:picMkLst>
            <pc:docMk/>
            <pc:sldMk cId="1490520916" sldId="270"/>
            <ac:picMk id="4" creationId="{1AE676BD-A97A-E5C8-58FE-EE92A1EF669C}"/>
          </ac:picMkLst>
        </pc:picChg>
        <pc:picChg chg="add del mod">
          <ac:chgData name="Darii, Nicolae" userId="18c5667e-ae49-4355-88be-b09e0cceeda4" providerId="ADAL" clId="{4ACEBDBB-EAF1-44AF-B61F-146D1B0AC665}" dt="2025-06-10T16:37:12.363" v="3795" actId="478"/>
          <ac:picMkLst>
            <pc:docMk/>
            <pc:sldMk cId="1490520916" sldId="270"/>
            <ac:picMk id="5" creationId="{B979D507-5817-9E64-AF8E-C9797E26163B}"/>
          </ac:picMkLst>
        </pc:picChg>
        <pc:picChg chg="add del mod ord">
          <ac:chgData name="Darii, Nicolae" userId="18c5667e-ae49-4355-88be-b09e0cceeda4" providerId="ADAL" clId="{4ACEBDBB-EAF1-44AF-B61F-146D1B0AC665}" dt="2025-06-11T08:23:29.579" v="6413" actId="478"/>
          <ac:picMkLst>
            <pc:docMk/>
            <pc:sldMk cId="1490520916" sldId="270"/>
            <ac:picMk id="6" creationId="{9672B269-EFCF-5D38-98C7-2962ED8BB1DD}"/>
          </ac:picMkLst>
        </pc:picChg>
        <pc:picChg chg="add del mod">
          <ac:chgData name="Darii, Nicolae" userId="18c5667e-ae49-4355-88be-b09e0cceeda4" providerId="ADAL" clId="{4ACEBDBB-EAF1-44AF-B61F-146D1B0AC665}" dt="2025-06-10T15:27:18.940" v="3789" actId="478"/>
          <ac:picMkLst>
            <pc:docMk/>
            <pc:sldMk cId="1490520916" sldId="270"/>
            <ac:picMk id="7" creationId="{0F50E1E6-FA95-2B08-0EA4-72904469B9CA}"/>
          </ac:picMkLst>
        </pc:picChg>
        <pc:picChg chg="add mod">
          <ac:chgData name="Darii, Nicolae" userId="18c5667e-ae49-4355-88be-b09e0cceeda4" providerId="ADAL" clId="{4ACEBDBB-EAF1-44AF-B61F-146D1B0AC665}" dt="2025-06-11T08:23:34.775" v="6416" actId="1076"/>
          <ac:picMkLst>
            <pc:docMk/>
            <pc:sldMk cId="1490520916" sldId="270"/>
            <ac:picMk id="7" creationId="{325CC0E3-1325-3499-31BF-C657610BC828}"/>
          </ac:picMkLst>
        </pc:picChg>
        <pc:picChg chg="add del mod ord">
          <ac:chgData name="Darii, Nicolae" userId="18c5667e-ae49-4355-88be-b09e0cceeda4" providerId="ADAL" clId="{4ACEBDBB-EAF1-44AF-B61F-146D1B0AC665}" dt="2025-06-11T08:29:23.215" v="6452" actId="478"/>
          <ac:picMkLst>
            <pc:docMk/>
            <pc:sldMk cId="1490520916" sldId="270"/>
            <ac:picMk id="8" creationId="{872D726E-9288-0A31-B26C-1B222BBB862C}"/>
          </ac:picMkLst>
        </pc:picChg>
        <pc:picChg chg="add del mod ord">
          <ac:chgData name="Darii, Nicolae" userId="18c5667e-ae49-4355-88be-b09e0cceeda4" providerId="ADAL" clId="{4ACEBDBB-EAF1-44AF-B61F-146D1B0AC665}" dt="2025-06-11T08:30:11.683" v="6463" actId="478"/>
          <ac:picMkLst>
            <pc:docMk/>
            <pc:sldMk cId="1490520916" sldId="270"/>
            <ac:picMk id="10" creationId="{62B9D05F-707B-3B59-4A31-0B156766E23C}"/>
          </ac:picMkLst>
        </pc:picChg>
        <pc:picChg chg="add del mod">
          <ac:chgData name="Darii, Nicolae" userId="18c5667e-ae49-4355-88be-b09e0cceeda4" providerId="ADAL" clId="{4ACEBDBB-EAF1-44AF-B61F-146D1B0AC665}" dt="2025-06-11T08:29:29.564" v="6456" actId="22"/>
          <ac:picMkLst>
            <pc:docMk/>
            <pc:sldMk cId="1490520916" sldId="270"/>
            <ac:picMk id="13" creationId="{8D711686-D91E-7014-1718-C2DB715C2C8D}"/>
          </ac:picMkLst>
        </pc:picChg>
        <pc:picChg chg="add mod ord">
          <ac:chgData name="Darii, Nicolae" userId="18c5667e-ae49-4355-88be-b09e0cceeda4" providerId="ADAL" clId="{4ACEBDBB-EAF1-44AF-B61F-146D1B0AC665}" dt="2025-06-11T08:29:53.886" v="6462" actId="167"/>
          <ac:picMkLst>
            <pc:docMk/>
            <pc:sldMk cId="1490520916" sldId="270"/>
            <ac:picMk id="16" creationId="{21576D3B-CB5C-55E3-6F0B-B82D5C29077E}"/>
          </ac:picMkLst>
        </pc:picChg>
        <pc:picChg chg="add del">
          <ac:chgData name="Darii, Nicolae" userId="18c5667e-ae49-4355-88be-b09e0cceeda4" providerId="ADAL" clId="{4ACEBDBB-EAF1-44AF-B61F-146D1B0AC665}" dt="2025-06-11T08:30:15.551" v="6467" actId="478"/>
          <ac:picMkLst>
            <pc:docMk/>
            <pc:sldMk cId="1490520916" sldId="270"/>
            <ac:picMk id="20" creationId="{52F3ACE1-7B35-5807-3BF5-7E6E65ACD81C}"/>
          </ac:picMkLst>
        </pc:picChg>
        <pc:picChg chg="add mod">
          <ac:chgData name="Darii, Nicolae" userId="18c5667e-ae49-4355-88be-b09e0cceeda4" providerId="ADAL" clId="{4ACEBDBB-EAF1-44AF-B61F-146D1B0AC665}" dt="2025-06-11T08:30:19.933" v="6470" actId="1076"/>
          <ac:picMkLst>
            <pc:docMk/>
            <pc:sldMk cId="1490520916" sldId="270"/>
            <ac:picMk id="22" creationId="{D27E1448-522D-C671-F215-F67F97B2A3F3}"/>
          </ac:picMkLst>
        </pc:picChg>
      </pc:sldChg>
      <pc:sldChg chg="addSp delSp modSp new mod setBg">
        <pc:chgData name="Darii, Nicolae" userId="18c5667e-ae49-4355-88be-b09e0cceeda4" providerId="ADAL" clId="{4ACEBDBB-EAF1-44AF-B61F-146D1B0AC665}" dt="2025-06-11T08:26:03.362" v="6427" actId="1076"/>
        <pc:sldMkLst>
          <pc:docMk/>
          <pc:sldMk cId="1390739599" sldId="271"/>
        </pc:sldMkLst>
        <pc:spChg chg="del">
          <ac:chgData name="Darii, Nicolae" userId="18c5667e-ae49-4355-88be-b09e0cceeda4" providerId="ADAL" clId="{4ACEBDBB-EAF1-44AF-B61F-146D1B0AC665}" dt="2025-06-10T16:49:08.232" v="3805" actId="478"/>
          <ac:spMkLst>
            <pc:docMk/>
            <pc:sldMk cId="1390739599" sldId="271"/>
            <ac:spMk id="2" creationId="{36F6D578-0142-3496-0612-73A6F09FDF34}"/>
          </ac:spMkLst>
        </pc:spChg>
        <pc:spChg chg="del">
          <ac:chgData name="Darii, Nicolae" userId="18c5667e-ae49-4355-88be-b09e0cceeda4" providerId="ADAL" clId="{4ACEBDBB-EAF1-44AF-B61F-146D1B0AC665}" dt="2025-06-10T16:49:08.232" v="3805" actId="478"/>
          <ac:spMkLst>
            <pc:docMk/>
            <pc:sldMk cId="1390739599" sldId="271"/>
            <ac:spMk id="3" creationId="{12F360D9-3BF5-3E77-086D-F5A64863774A}"/>
          </ac:spMkLst>
        </pc:spChg>
        <pc:spChg chg="add mod">
          <ac:chgData name="Darii, Nicolae" userId="18c5667e-ae49-4355-88be-b09e0cceeda4" providerId="ADAL" clId="{4ACEBDBB-EAF1-44AF-B61F-146D1B0AC665}" dt="2025-06-10T17:32:43.934" v="5811" actId="14100"/>
          <ac:spMkLst>
            <pc:docMk/>
            <pc:sldMk cId="1390739599" sldId="271"/>
            <ac:spMk id="12" creationId="{02AA634A-C971-8529-A4A0-C56B00875109}"/>
          </ac:spMkLst>
        </pc:spChg>
        <pc:spChg chg="add mod">
          <ac:chgData name="Darii, Nicolae" userId="18c5667e-ae49-4355-88be-b09e0cceeda4" providerId="ADAL" clId="{4ACEBDBB-EAF1-44AF-B61F-146D1B0AC665}" dt="2025-06-10T17:32:58.891" v="5819" actId="14100"/>
          <ac:spMkLst>
            <pc:docMk/>
            <pc:sldMk cId="1390739599" sldId="271"/>
            <ac:spMk id="13" creationId="{1DA0060E-BDD0-2446-508B-2DB2B7345BE5}"/>
          </ac:spMkLst>
        </pc:spChg>
        <pc:spChg chg="add">
          <ac:chgData name="Darii, Nicolae" userId="18c5667e-ae49-4355-88be-b09e0cceeda4" providerId="ADAL" clId="{4ACEBDBB-EAF1-44AF-B61F-146D1B0AC665}" dt="2025-06-10T16:55:29.014" v="3840" actId="26606"/>
          <ac:spMkLst>
            <pc:docMk/>
            <pc:sldMk cId="1390739599" sldId="271"/>
            <ac:spMk id="16" creationId="{417CDA24-35F8-4540-8C52-3096D6D94949}"/>
          </ac:spMkLst>
        </pc:spChg>
        <pc:spChg chg="add">
          <ac:chgData name="Darii, Nicolae" userId="18c5667e-ae49-4355-88be-b09e0cceeda4" providerId="ADAL" clId="{4ACEBDBB-EAF1-44AF-B61F-146D1B0AC665}" dt="2025-06-10T16:55:29.014" v="3840" actId="26606"/>
          <ac:spMkLst>
            <pc:docMk/>
            <pc:sldMk cId="1390739599" sldId="271"/>
            <ac:spMk id="18" creationId="{8658BFE0-4E65-4174-9C75-687C94E88273}"/>
          </ac:spMkLst>
        </pc:spChg>
        <pc:spChg chg="add">
          <ac:chgData name="Darii, Nicolae" userId="18c5667e-ae49-4355-88be-b09e0cceeda4" providerId="ADAL" clId="{4ACEBDBB-EAF1-44AF-B61F-146D1B0AC665}" dt="2025-06-10T16:55:29.014" v="3840" actId="26606"/>
          <ac:spMkLst>
            <pc:docMk/>
            <pc:sldMk cId="1390739599" sldId="271"/>
            <ac:spMk id="20" creationId="{FA75DFED-A0C1-4A83-BE1D-0271C1826EF6}"/>
          </ac:spMkLst>
        </pc:spChg>
        <pc:picChg chg="add mod ord">
          <ac:chgData name="Darii, Nicolae" userId="18c5667e-ae49-4355-88be-b09e0cceeda4" providerId="ADAL" clId="{4ACEBDBB-EAF1-44AF-B61F-146D1B0AC665}" dt="2025-06-11T08:21:58.523" v="6400" actId="167"/>
          <ac:picMkLst>
            <pc:docMk/>
            <pc:sldMk cId="1390739599" sldId="271"/>
            <ac:picMk id="3" creationId="{6F74A915-5F8E-5094-988D-F5381D4B6226}"/>
          </ac:picMkLst>
        </pc:picChg>
        <pc:picChg chg="add del mod ord">
          <ac:chgData name="Darii, Nicolae" userId="18c5667e-ae49-4355-88be-b09e0cceeda4" providerId="ADAL" clId="{4ACEBDBB-EAF1-44AF-B61F-146D1B0AC665}" dt="2025-06-11T08:21:48.662" v="6395" actId="478"/>
          <ac:picMkLst>
            <pc:docMk/>
            <pc:sldMk cId="1390739599" sldId="271"/>
            <ac:picMk id="5" creationId="{630139D7-8BAF-30C7-7CBA-5606AE2C036F}"/>
          </ac:picMkLst>
        </pc:picChg>
        <pc:picChg chg="add mod">
          <ac:chgData name="Darii, Nicolae" userId="18c5667e-ae49-4355-88be-b09e0cceeda4" providerId="ADAL" clId="{4ACEBDBB-EAF1-44AF-B61F-146D1B0AC665}" dt="2025-06-11T08:22:25.510" v="6404" actId="1076"/>
          <ac:picMkLst>
            <pc:docMk/>
            <pc:sldMk cId="1390739599" sldId="271"/>
            <ac:picMk id="6" creationId="{4710E606-11B8-D172-CD96-41B8A013A293}"/>
          </ac:picMkLst>
        </pc:picChg>
        <pc:picChg chg="add del mod ord">
          <ac:chgData name="Darii, Nicolae" userId="18c5667e-ae49-4355-88be-b09e0cceeda4" providerId="ADAL" clId="{4ACEBDBB-EAF1-44AF-B61F-146D1B0AC665}" dt="2025-06-11T08:22:20.650" v="6401" actId="478"/>
          <ac:picMkLst>
            <pc:docMk/>
            <pc:sldMk cId="1390739599" sldId="271"/>
            <ac:picMk id="7" creationId="{78199D37-0B3C-C87A-2AA4-6C828AA2C36D}"/>
          </ac:picMkLst>
        </pc:picChg>
        <pc:picChg chg="add del mod">
          <ac:chgData name="Darii, Nicolae" userId="18c5667e-ae49-4355-88be-b09e0cceeda4" providerId="ADAL" clId="{4ACEBDBB-EAF1-44AF-B61F-146D1B0AC665}" dt="2025-06-11T08:25:32.817" v="6419" actId="478"/>
          <ac:picMkLst>
            <pc:docMk/>
            <pc:sldMk cId="1390739599" sldId="271"/>
            <ac:picMk id="9" creationId="{43F56940-EBA9-BFD1-204D-A4076FA18377}"/>
          </ac:picMkLst>
        </pc:picChg>
        <pc:picChg chg="add mod ord">
          <ac:chgData name="Darii, Nicolae" userId="18c5667e-ae49-4355-88be-b09e0cceeda4" providerId="ADAL" clId="{4ACEBDBB-EAF1-44AF-B61F-146D1B0AC665}" dt="2025-06-11T08:25:39.176" v="6423" actId="167"/>
          <ac:picMkLst>
            <pc:docMk/>
            <pc:sldMk cId="1390739599" sldId="271"/>
            <ac:picMk id="10" creationId="{01B67F03-E649-DDBC-EB15-688534649D77}"/>
          </ac:picMkLst>
        </pc:picChg>
        <pc:picChg chg="add del mod ord">
          <ac:chgData name="Darii, Nicolae" userId="18c5667e-ae49-4355-88be-b09e0cceeda4" providerId="ADAL" clId="{4ACEBDBB-EAF1-44AF-B61F-146D1B0AC665}" dt="2025-06-11T08:25:59.335" v="6424" actId="478"/>
          <ac:picMkLst>
            <pc:docMk/>
            <pc:sldMk cId="1390739599" sldId="271"/>
            <ac:picMk id="11" creationId="{177C909C-EEF1-7910-2B3D-8A305D53EFF5}"/>
          </ac:picMkLst>
        </pc:picChg>
        <pc:picChg chg="add mod">
          <ac:chgData name="Darii, Nicolae" userId="18c5667e-ae49-4355-88be-b09e0cceeda4" providerId="ADAL" clId="{4ACEBDBB-EAF1-44AF-B61F-146D1B0AC665}" dt="2025-06-11T08:26:03.362" v="6427" actId="1076"/>
          <ac:picMkLst>
            <pc:docMk/>
            <pc:sldMk cId="1390739599" sldId="271"/>
            <ac:picMk id="15" creationId="{5B54F769-9450-EDCF-A6D8-3483E707BDEF}"/>
          </ac:picMkLst>
        </pc:picChg>
      </pc:sldChg>
      <pc:sldChg chg="addSp delSp modSp new mod setBg">
        <pc:chgData name="Darii, Nicolae" userId="18c5667e-ae49-4355-88be-b09e0cceeda4" providerId="ADAL" clId="{4ACEBDBB-EAF1-44AF-B61F-146D1B0AC665}" dt="2025-06-11T08:28:41.646" v="6451" actId="1076"/>
        <pc:sldMkLst>
          <pc:docMk/>
          <pc:sldMk cId="1575943019" sldId="272"/>
        </pc:sldMkLst>
        <pc:spChg chg="del">
          <ac:chgData name="Darii, Nicolae" userId="18c5667e-ae49-4355-88be-b09e0cceeda4" providerId="ADAL" clId="{4ACEBDBB-EAF1-44AF-B61F-146D1B0AC665}" dt="2025-06-10T16:50:13.098" v="3814" actId="478"/>
          <ac:spMkLst>
            <pc:docMk/>
            <pc:sldMk cId="1575943019" sldId="272"/>
            <ac:spMk id="2" creationId="{AE010645-E9A0-29EC-FDEB-96D389C15F0D}"/>
          </ac:spMkLst>
        </pc:spChg>
        <pc:spChg chg="del">
          <ac:chgData name="Darii, Nicolae" userId="18c5667e-ae49-4355-88be-b09e0cceeda4" providerId="ADAL" clId="{4ACEBDBB-EAF1-44AF-B61F-146D1B0AC665}" dt="2025-06-10T16:50:13.098" v="3814" actId="478"/>
          <ac:spMkLst>
            <pc:docMk/>
            <pc:sldMk cId="1575943019" sldId="272"/>
            <ac:spMk id="3" creationId="{D31E4479-1308-0509-EF06-C7C975542062}"/>
          </ac:spMkLst>
        </pc:spChg>
        <pc:spChg chg="add mod">
          <ac:chgData name="Darii, Nicolae" userId="18c5667e-ae49-4355-88be-b09e0cceeda4" providerId="ADAL" clId="{4ACEBDBB-EAF1-44AF-B61F-146D1B0AC665}" dt="2025-06-10T17:33:22.998" v="5829" actId="14100"/>
          <ac:spMkLst>
            <pc:docMk/>
            <pc:sldMk cId="1575943019" sldId="272"/>
            <ac:spMk id="12" creationId="{979948CF-FADB-50A4-3549-DB3B0088A612}"/>
          </ac:spMkLst>
        </pc:spChg>
        <pc:spChg chg="add mod">
          <ac:chgData name="Darii, Nicolae" userId="18c5667e-ae49-4355-88be-b09e0cceeda4" providerId="ADAL" clId="{4ACEBDBB-EAF1-44AF-B61F-146D1B0AC665}" dt="2025-06-10T17:34:02.094" v="5836" actId="14100"/>
          <ac:spMkLst>
            <pc:docMk/>
            <pc:sldMk cId="1575943019" sldId="272"/>
            <ac:spMk id="13" creationId="{6BD5117E-E49F-A654-6404-F795D5823FA0}"/>
          </ac:spMkLst>
        </pc:spChg>
        <pc:spChg chg="add">
          <ac:chgData name="Darii, Nicolae" userId="18c5667e-ae49-4355-88be-b09e0cceeda4" providerId="ADAL" clId="{4ACEBDBB-EAF1-44AF-B61F-146D1B0AC665}" dt="2025-06-10T16:56:00.680" v="3853" actId="26606"/>
          <ac:spMkLst>
            <pc:docMk/>
            <pc:sldMk cId="1575943019" sldId="272"/>
            <ac:spMk id="16" creationId="{417CDA24-35F8-4540-8C52-3096D6D94949}"/>
          </ac:spMkLst>
        </pc:spChg>
        <pc:spChg chg="add">
          <ac:chgData name="Darii, Nicolae" userId="18c5667e-ae49-4355-88be-b09e0cceeda4" providerId="ADAL" clId="{4ACEBDBB-EAF1-44AF-B61F-146D1B0AC665}" dt="2025-06-10T16:56:00.680" v="3853" actId="26606"/>
          <ac:spMkLst>
            <pc:docMk/>
            <pc:sldMk cId="1575943019" sldId="272"/>
            <ac:spMk id="18" creationId="{8658BFE0-4E65-4174-9C75-687C94E88273}"/>
          </ac:spMkLst>
        </pc:spChg>
        <pc:spChg chg="add">
          <ac:chgData name="Darii, Nicolae" userId="18c5667e-ae49-4355-88be-b09e0cceeda4" providerId="ADAL" clId="{4ACEBDBB-EAF1-44AF-B61F-146D1B0AC665}" dt="2025-06-10T16:56:00.680" v="3853" actId="26606"/>
          <ac:spMkLst>
            <pc:docMk/>
            <pc:sldMk cId="1575943019" sldId="272"/>
            <ac:spMk id="20" creationId="{FA75DFED-A0C1-4A83-BE1D-0271C1826EF6}"/>
          </ac:spMkLst>
        </pc:spChg>
        <pc:picChg chg="add mod ord">
          <ac:chgData name="Darii, Nicolae" userId="18c5667e-ae49-4355-88be-b09e0cceeda4" providerId="ADAL" clId="{4ACEBDBB-EAF1-44AF-B61F-146D1B0AC665}" dt="2025-06-11T08:26:43.817" v="6433" actId="167"/>
          <ac:picMkLst>
            <pc:docMk/>
            <pc:sldMk cId="1575943019" sldId="272"/>
            <ac:picMk id="3" creationId="{ECB6556E-C481-555E-9EC2-75BCBAE046F5}"/>
          </ac:picMkLst>
        </pc:picChg>
        <pc:picChg chg="add del mod">
          <ac:chgData name="Darii, Nicolae" userId="18c5667e-ae49-4355-88be-b09e0cceeda4" providerId="ADAL" clId="{4ACEBDBB-EAF1-44AF-B61F-146D1B0AC665}" dt="2025-06-11T08:27:18.200" v="6434" actId="478"/>
          <ac:picMkLst>
            <pc:docMk/>
            <pc:sldMk cId="1575943019" sldId="272"/>
            <ac:picMk id="5" creationId="{CA7300E0-4FD0-977F-DB32-6E4B3E700B63}"/>
          </ac:picMkLst>
        </pc:picChg>
        <pc:picChg chg="add mod ord">
          <ac:chgData name="Darii, Nicolae" userId="18c5667e-ae49-4355-88be-b09e0cceeda4" providerId="ADAL" clId="{4ACEBDBB-EAF1-44AF-B61F-146D1B0AC665}" dt="2025-06-11T08:27:28.133" v="6441" actId="167"/>
          <ac:picMkLst>
            <pc:docMk/>
            <pc:sldMk cId="1575943019" sldId="272"/>
            <ac:picMk id="6" creationId="{8E34F992-8E4C-FD66-3CC7-CFF7E66EFD42}"/>
          </ac:picMkLst>
        </pc:picChg>
        <pc:picChg chg="add del mod ord">
          <ac:chgData name="Darii, Nicolae" userId="18c5667e-ae49-4355-88be-b09e0cceeda4" providerId="ADAL" clId="{4ACEBDBB-EAF1-44AF-B61F-146D1B0AC665}" dt="2025-06-11T08:27:33.609" v="6442" actId="478"/>
          <ac:picMkLst>
            <pc:docMk/>
            <pc:sldMk cId="1575943019" sldId="272"/>
            <ac:picMk id="7" creationId="{0506BCE4-EB76-7E48-EB61-119E7F9C9CFB}"/>
          </ac:picMkLst>
        </pc:picChg>
        <pc:picChg chg="add del mod">
          <ac:chgData name="Darii, Nicolae" userId="18c5667e-ae49-4355-88be-b09e0cceeda4" providerId="ADAL" clId="{4ACEBDBB-EAF1-44AF-B61F-146D1B0AC665}" dt="2025-06-11T08:26:30.955" v="6428" actId="478"/>
          <ac:picMkLst>
            <pc:docMk/>
            <pc:sldMk cId="1575943019" sldId="272"/>
            <ac:picMk id="9" creationId="{6B1B8CD0-A64E-E437-502D-738F2E203CCE}"/>
          </ac:picMkLst>
        </pc:picChg>
        <pc:picChg chg="add mod">
          <ac:chgData name="Darii, Nicolae" userId="18c5667e-ae49-4355-88be-b09e0cceeda4" providerId="ADAL" clId="{4ACEBDBB-EAF1-44AF-B61F-146D1B0AC665}" dt="2025-06-11T08:28:08.956" v="6446" actId="1076"/>
          <ac:picMkLst>
            <pc:docMk/>
            <pc:sldMk cId="1575943019" sldId="272"/>
            <ac:picMk id="10" creationId="{CA318630-1209-DA94-9F4D-74E238EC1EFE}"/>
          </ac:picMkLst>
        </pc:picChg>
        <pc:picChg chg="add del mod ord">
          <ac:chgData name="Darii, Nicolae" userId="18c5667e-ae49-4355-88be-b09e0cceeda4" providerId="ADAL" clId="{4ACEBDBB-EAF1-44AF-B61F-146D1B0AC665}" dt="2025-06-11T08:28:36.724" v="6447" actId="478"/>
          <ac:picMkLst>
            <pc:docMk/>
            <pc:sldMk cId="1575943019" sldId="272"/>
            <ac:picMk id="11" creationId="{095DFC9F-90ED-27FC-8432-3DDE04C4630B}"/>
          </ac:picMkLst>
        </pc:picChg>
        <pc:picChg chg="add mod">
          <ac:chgData name="Darii, Nicolae" userId="18c5667e-ae49-4355-88be-b09e0cceeda4" providerId="ADAL" clId="{4ACEBDBB-EAF1-44AF-B61F-146D1B0AC665}" dt="2025-06-11T08:28:41.646" v="6451" actId="1076"/>
          <ac:picMkLst>
            <pc:docMk/>
            <pc:sldMk cId="1575943019" sldId="272"/>
            <ac:picMk id="15" creationId="{E2AD40BD-0655-F3B9-97F1-538DC5748291}"/>
          </ac:picMkLst>
        </pc:picChg>
      </pc:sldChg>
      <pc:sldChg chg="addSp delSp modSp new mod">
        <pc:chgData name="Darii, Nicolae" userId="18c5667e-ae49-4355-88be-b09e0cceeda4" providerId="ADAL" clId="{4ACEBDBB-EAF1-44AF-B61F-146D1B0AC665}" dt="2025-06-11T10:08:28.335" v="6746" actId="478"/>
        <pc:sldMkLst>
          <pc:docMk/>
          <pc:sldMk cId="1154295866" sldId="273"/>
        </pc:sldMkLst>
        <pc:spChg chg="mod">
          <ac:chgData name="Darii, Nicolae" userId="18c5667e-ae49-4355-88be-b09e0cceeda4" providerId="ADAL" clId="{4ACEBDBB-EAF1-44AF-B61F-146D1B0AC665}" dt="2025-06-10T16:56:40.232" v="3900" actId="20577"/>
          <ac:spMkLst>
            <pc:docMk/>
            <pc:sldMk cId="1154295866" sldId="273"/>
            <ac:spMk id="2" creationId="{F09F3FCF-0D1B-FC1E-0EBF-E1C455198376}"/>
          </ac:spMkLst>
        </pc:spChg>
        <pc:spChg chg="del">
          <ac:chgData name="Darii, Nicolae" userId="18c5667e-ae49-4355-88be-b09e0cceeda4" providerId="ADAL" clId="{4ACEBDBB-EAF1-44AF-B61F-146D1B0AC665}" dt="2025-06-10T16:56:31.277" v="3889" actId="478"/>
          <ac:spMkLst>
            <pc:docMk/>
            <pc:sldMk cId="1154295866" sldId="273"/>
            <ac:spMk id="3" creationId="{00833969-1384-3398-A3F2-C419C6C33676}"/>
          </ac:spMkLst>
        </pc:spChg>
        <pc:spChg chg="add del mod">
          <ac:chgData name="Darii, Nicolae" userId="18c5667e-ae49-4355-88be-b09e0cceeda4" providerId="ADAL" clId="{4ACEBDBB-EAF1-44AF-B61F-146D1B0AC665}" dt="2025-06-10T16:58:31.494" v="3906"/>
          <ac:spMkLst>
            <pc:docMk/>
            <pc:sldMk cId="1154295866" sldId="273"/>
            <ac:spMk id="5" creationId="{5099E82F-5D43-A682-626E-A4DBB3C66A31}"/>
          </ac:spMkLst>
        </pc:spChg>
        <pc:spChg chg="mod">
          <ac:chgData name="Darii, Nicolae" userId="18c5667e-ae49-4355-88be-b09e0cceeda4" providerId="ADAL" clId="{4ACEBDBB-EAF1-44AF-B61F-146D1B0AC665}" dt="2025-06-10T16:58:40.760" v="3907"/>
          <ac:spMkLst>
            <pc:docMk/>
            <pc:sldMk cId="1154295866" sldId="273"/>
            <ac:spMk id="8" creationId="{A160769B-061E-139C-ADF5-BD15BFC9F4AA}"/>
          </ac:spMkLst>
        </pc:spChg>
        <pc:spChg chg="mod">
          <ac:chgData name="Darii, Nicolae" userId="18c5667e-ae49-4355-88be-b09e0cceeda4" providerId="ADAL" clId="{4ACEBDBB-EAF1-44AF-B61F-146D1B0AC665}" dt="2025-06-10T16:58:40.760" v="3907"/>
          <ac:spMkLst>
            <pc:docMk/>
            <pc:sldMk cId="1154295866" sldId="273"/>
            <ac:spMk id="9" creationId="{0EF680B5-0FFA-A6FD-8976-C1FA68F891E3}"/>
          </ac:spMkLst>
        </pc:spChg>
        <pc:spChg chg="mod">
          <ac:chgData name="Darii, Nicolae" userId="18c5667e-ae49-4355-88be-b09e0cceeda4" providerId="ADAL" clId="{4ACEBDBB-EAF1-44AF-B61F-146D1B0AC665}" dt="2025-06-10T16:58:40.760" v="3907"/>
          <ac:spMkLst>
            <pc:docMk/>
            <pc:sldMk cId="1154295866" sldId="273"/>
            <ac:spMk id="12" creationId="{D0446D5D-45D2-2DFA-8FBF-C53D397E8413}"/>
          </ac:spMkLst>
        </pc:spChg>
        <pc:spChg chg="mod">
          <ac:chgData name="Darii, Nicolae" userId="18c5667e-ae49-4355-88be-b09e0cceeda4" providerId="ADAL" clId="{4ACEBDBB-EAF1-44AF-B61F-146D1B0AC665}" dt="2025-06-10T16:58:40.760" v="3907"/>
          <ac:spMkLst>
            <pc:docMk/>
            <pc:sldMk cId="1154295866" sldId="273"/>
            <ac:spMk id="13" creationId="{3C5D7875-1367-88D9-BDE3-DBBA13D28DCF}"/>
          </ac:spMkLst>
        </pc:spChg>
        <pc:spChg chg="mod">
          <ac:chgData name="Darii, Nicolae" userId="18c5667e-ae49-4355-88be-b09e0cceeda4" providerId="ADAL" clId="{4ACEBDBB-EAF1-44AF-B61F-146D1B0AC665}" dt="2025-06-10T16:58:40.760" v="3907"/>
          <ac:spMkLst>
            <pc:docMk/>
            <pc:sldMk cId="1154295866" sldId="273"/>
            <ac:spMk id="16" creationId="{E53CD8A0-7585-5536-3CFF-95E361F9218B}"/>
          </ac:spMkLst>
        </pc:spChg>
        <pc:spChg chg="mod">
          <ac:chgData name="Darii, Nicolae" userId="18c5667e-ae49-4355-88be-b09e0cceeda4" providerId="ADAL" clId="{4ACEBDBB-EAF1-44AF-B61F-146D1B0AC665}" dt="2025-06-10T16:58:40.760" v="3907"/>
          <ac:spMkLst>
            <pc:docMk/>
            <pc:sldMk cId="1154295866" sldId="273"/>
            <ac:spMk id="17" creationId="{42CD7EBD-CFF5-31AA-5200-2B686AC32DA5}"/>
          </ac:spMkLst>
        </pc:spChg>
        <pc:spChg chg="mod">
          <ac:chgData name="Darii, Nicolae" userId="18c5667e-ae49-4355-88be-b09e0cceeda4" providerId="ADAL" clId="{4ACEBDBB-EAF1-44AF-B61F-146D1B0AC665}" dt="2025-06-10T16:58:40.760" v="3907"/>
          <ac:spMkLst>
            <pc:docMk/>
            <pc:sldMk cId="1154295866" sldId="273"/>
            <ac:spMk id="20" creationId="{76641643-F6B2-4389-208F-9AD678BF4F80}"/>
          </ac:spMkLst>
        </pc:spChg>
        <pc:spChg chg="add mod">
          <ac:chgData name="Darii, Nicolae" userId="18c5667e-ae49-4355-88be-b09e0cceeda4" providerId="ADAL" clId="{4ACEBDBB-EAF1-44AF-B61F-146D1B0AC665}" dt="2025-06-10T16:58:43.802" v="3909" actId="1076"/>
          <ac:spMkLst>
            <pc:docMk/>
            <pc:sldMk cId="1154295866" sldId="273"/>
            <ac:spMk id="21" creationId="{21AD2D57-B7BC-4BD9-7AFF-3FB1A70B67BB}"/>
          </ac:spMkLst>
        </pc:spChg>
        <pc:spChg chg="add mod">
          <ac:chgData name="Darii, Nicolae" userId="18c5667e-ae49-4355-88be-b09e0cceeda4" providerId="ADAL" clId="{4ACEBDBB-EAF1-44AF-B61F-146D1B0AC665}" dt="2025-06-10T16:58:43.802" v="3909" actId="1076"/>
          <ac:spMkLst>
            <pc:docMk/>
            <pc:sldMk cId="1154295866" sldId="273"/>
            <ac:spMk id="22" creationId="{6E89B44D-EE34-C938-BB88-79AFA66466D2}"/>
          </ac:spMkLst>
        </pc:spChg>
        <pc:spChg chg="add mod">
          <ac:chgData name="Darii, Nicolae" userId="18c5667e-ae49-4355-88be-b09e0cceeda4" providerId="ADAL" clId="{4ACEBDBB-EAF1-44AF-B61F-146D1B0AC665}" dt="2025-06-10T16:58:43.802" v="3909" actId="1076"/>
          <ac:spMkLst>
            <pc:docMk/>
            <pc:sldMk cId="1154295866" sldId="273"/>
            <ac:spMk id="23" creationId="{89390D51-6073-81BC-8708-233A58CF47B8}"/>
          </ac:spMkLst>
        </pc:spChg>
        <pc:spChg chg="add mod">
          <ac:chgData name="Darii, Nicolae" userId="18c5667e-ae49-4355-88be-b09e0cceeda4" providerId="ADAL" clId="{4ACEBDBB-EAF1-44AF-B61F-146D1B0AC665}" dt="2025-06-10T16:58:43.802" v="3909" actId="1076"/>
          <ac:spMkLst>
            <pc:docMk/>
            <pc:sldMk cId="1154295866" sldId="273"/>
            <ac:spMk id="24" creationId="{25C46DAB-FFCF-1B1C-BFAC-3C270362DEAD}"/>
          </ac:spMkLst>
        </pc:spChg>
        <pc:spChg chg="add mod">
          <ac:chgData name="Darii, Nicolae" userId="18c5667e-ae49-4355-88be-b09e0cceeda4" providerId="ADAL" clId="{4ACEBDBB-EAF1-44AF-B61F-146D1B0AC665}" dt="2025-06-10T16:58:43.802" v="3909" actId="1076"/>
          <ac:spMkLst>
            <pc:docMk/>
            <pc:sldMk cId="1154295866" sldId="273"/>
            <ac:spMk id="25" creationId="{C9CA5B69-0369-3B4D-1755-4BBA5B65A545}"/>
          </ac:spMkLst>
        </pc:spChg>
        <pc:spChg chg="add mod">
          <ac:chgData name="Darii, Nicolae" userId="18c5667e-ae49-4355-88be-b09e0cceeda4" providerId="ADAL" clId="{4ACEBDBB-EAF1-44AF-B61F-146D1B0AC665}" dt="2025-06-10T16:58:43.802" v="3909" actId="1076"/>
          <ac:spMkLst>
            <pc:docMk/>
            <pc:sldMk cId="1154295866" sldId="273"/>
            <ac:spMk id="26" creationId="{0B345B5F-5FAD-B188-2C79-65C897A9E9A3}"/>
          </ac:spMkLst>
        </pc:spChg>
        <pc:spChg chg="add mod">
          <ac:chgData name="Darii, Nicolae" userId="18c5667e-ae49-4355-88be-b09e0cceeda4" providerId="ADAL" clId="{4ACEBDBB-EAF1-44AF-B61F-146D1B0AC665}" dt="2025-06-10T16:58:43.802" v="3909" actId="1076"/>
          <ac:spMkLst>
            <pc:docMk/>
            <pc:sldMk cId="1154295866" sldId="273"/>
            <ac:spMk id="27" creationId="{2CA200B1-C2FF-2C42-12B8-EAA320CFA0BA}"/>
          </ac:spMkLst>
        </pc:spChg>
        <pc:spChg chg="add mod">
          <ac:chgData name="Darii, Nicolae" userId="18c5667e-ae49-4355-88be-b09e0cceeda4" providerId="ADAL" clId="{4ACEBDBB-EAF1-44AF-B61F-146D1B0AC665}" dt="2025-06-10T16:58:43.802" v="3909" actId="1076"/>
          <ac:spMkLst>
            <pc:docMk/>
            <pc:sldMk cId="1154295866" sldId="273"/>
            <ac:spMk id="28" creationId="{0D81C466-7192-6404-12A0-57FCC9CC8689}"/>
          </ac:spMkLst>
        </pc:spChg>
        <pc:spChg chg="add mod">
          <ac:chgData name="Darii, Nicolae" userId="18c5667e-ae49-4355-88be-b09e0cceeda4" providerId="ADAL" clId="{4ACEBDBB-EAF1-44AF-B61F-146D1B0AC665}" dt="2025-06-10T16:58:43.802" v="3909" actId="1076"/>
          <ac:spMkLst>
            <pc:docMk/>
            <pc:sldMk cId="1154295866" sldId="273"/>
            <ac:spMk id="29" creationId="{B1675C88-0239-72DC-EFA0-50103EC78C8C}"/>
          </ac:spMkLst>
        </pc:spChg>
        <pc:spChg chg="add mod">
          <ac:chgData name="Darii, Nicolae" userId="18c5667e-ae49-4355-88be-b09e0cceeda4" providerId="ADAL" clId="{4ACEBDBB-EAF1-44AF-B61F-146D1B0AC665}" dt="2025-06-10T16:58:43.802" v="3909" actId="1076"/>
          <ac:spMkLst>
            <pc:docMk/>
            <pc:sldMk cId="1154295866" sldId="273"/>
            <ac:spMk id="30" creationId="{ADD9B8A1-AB98-6AF6-DAF4-A021A287BB23}"/>
          </ac:spMkLst>
        </pc:spChg>
        <pc:spChg chg="add mod">
          <ac:chgData name="Darii, Nicolae" userId="18c5667e-ae49-4355-88be-b09e0cceeda4" providerId="ADAL" clId="{4ACEBDBB-EAF1-44AF-B61F-146D1B0AC665}" dt="2025-06-10T16:58:43.802" v="3909" actId="1076"/>
          <ac:spMkLst>
            <pc:docMk/>
            <pc:sldMk cId="1154295866" sldId="273"/>
            <ac:spMk id="31" creationId="{382990FA-E189-B5DA-C339-7FB801989F8C}"/>
          </ac:spMkLst>
        </pc:spChg>
        <pc:spChg chg="add mod">
          <ac:chgData name="Darii, Nicolae" userId="18c5667e-ae49-4355-88be-b09e0cceeda4" providerId="ADAL" clId="{4ACEBDBB-EAF1-44AF-B61F-146D1B0AC665}" dt="2025-06-10T16:58:43.802" v="3909" actId="1076"/>
          <ac:spMkLst>
            <pc:docMk/>
            <pc:sldMk cId="1154295866" sldId="273"/>
            <ac:spMk id="32" creationId="{EFC80EDD-8A5C-209B-C361-943ACE0B4938}"/>
          </ac:spMkLst>
        </pc:spChg>
        <pc:spChg chg="add mod">
          <ac:chgData name="Darii, Nicolae" userId="18c5667e-ae49-4355-88be-b09e0cceeda4" providerId="ADAL" clId="{4ACEBDBB-EAF1-44AF-B61F-146D1B0AC665}" dt="2025-06-11T08:40:33.690" v="6640" actId="20577"/>
          <ac:spMkLst>
            <pc:docMk/>
            <pc:sldMk cId="1154295866" sldId="273"/>
            <ac:spMk id="33" creationId="{DE425CE2-58EC-8E1B-C55B-0B6DB95BABCC}"/>
          </ac:spMkLst>
        </pc:spChg>
        <pc:spChg chg="add mod ord">
          <ac:chgData name="Darii, Nicolae" userId="18c5667e-ae49-4355-88be-b09e0cceeda4" providerId="ADAL" clId="{4ACEBDBB-EAF1-44AF-B61F-146D1B0AC665}" dt="2025-06-10T17:15:19.999" v="4924" actId="1076"/>
          <ac:spMkLst>
            <pc:docMk/>
            <pc:sldMk cId="1154295866" sldId="273"/>
            <ac:spMk id="34" creationId="{8F984909-CB02-DC82-E237-6DCCDF776ABD}"/>
          </ac:spMkLst>
        </pc:spChg>
        <pc:spChg chg="add mod ord">
          <ac:chgData name="Darii, Nicolae" userId="18c5667e-ae49-4355-88be-b09e0cceeda4" providerId="ADAL" clId="{4ACEBDBB-EAF1-44AF-B61F-146D1B0AC665}" dt="2025-06-10T17:15:19.999" v="4924" actId="1076"/>
          <ac:spMkLst>
            <pc:docMk/>
            <pc:sldMk cId="1154295866" sldId="273"/>
            <ac:spMk id="35" creationId="{B8101834-581A-745E-60EB-8ECE75936877}"/>
          </ac:spMkLst>
        </pc:spChg>
        <pc:spChg chg="add del mod ord">
          <ac:chgData name="Darii, Nicolae" userId="18c5667e-ae49-4355-88be-b09e0cceeda4" providerId="ADAL" clId="{4ACEBDBB-EAF1-44AF-B61F-146D1B0AC665}" dt="2025-06-11T10:08:23.985" v="6745" actId="478"/>
          <ac:spMkLst>
            <pc:docMk/>
            <pc:sldMk cId="1154295866" sldId="273"/>
            <ac:spMk id="36" creationId="{238801ED-E24C-C627-F24D-E5A35FEB351A}"/>
          </ac:spMkLst>
        </pc:spChg>
        <pc:spChg chg="add mod">
          <ac:chgData name="Darii, Nicolae" userId="18c5667e-ae49-4355-88be-b09e0cceeda4" providerId="ADAL" clId="{4ACEBDBB-EAF1-44AF-B61F-146D1B0AC665}" dt="2025-06-10T17:09:27.026" v="4841"/>
          <ac:spMkLst>
            <pc:docMk/>
            <pc:sldMk cId="1154295866" sldId="273"/>
            <ac:spMk id="65" creationId="{11C22B3B-447F-34F5-48E3-6456DFA2461D}"/>
          </ac:spMkLst>
        </pc:spChg>
        <pc:spChg chg="add del mod">
          <ac:chgData name="Darii, Nicolae" userId="18c5667e-ae49-4355-88be-b09e0cceeda4" providerId="ADAL" clId="{4ACEBDBB-EAF1-44AF-B61F-146D1B0AC665}" dt="2025-06-10T17:25:28.892" v="5149"/>
          <ac:spMkLst>
            <pc:docMk/>
            <pc:sldMk cId="1154295866" sldId="273"/>
            <ac:spMk id="71" creationId="{744EE435-DAD2-0C02-CB41-1398D53EE601}"/>
          </ac:spMkLst>
        </pc:spChg>
        <pc:spChg chg="add mod">
          <ac:chgData name="Darii, Nicolae" userId="18c5667e-ae49-4355-88be-b09e0cceeda4" providerId="ADAL" clId="{4ACEBDBB-EAF1-44AF-B61F-146D1B0AC665}" dt="2025-06-10T17:29:36.977" v="5733" actId="1076"/>
          <ac:spMkLst>
            <pc:docMk/>
            <pc:sldMk cId="1154295866" sldId="273"/>
            <ac:spMk id="72" creationId="{6D9C7C41-F1E5-7AEC-D8BB-A8421970EFCD}"/>
          </ac:spMkLst>
        </pc:spChg>
        <pc:grpChg chg="add mod">
          <ac:chgData name="Darii, Nicolae" userId="18c5667e-ae49-4355-88be-b09e0cceeda4" providerId="ADAL" clId="{4ACEBDBB-EAF1-44AF-B61F-146D1B0AC665}" dt="2025-06-10T16:58:43.802" v="3909" actId="1076"/>
          <ac:grpSpMkLst>
            <pc:docMk/>
            <pc:sldMk cId="1154295866" sldId="273"/>
            <ac:grpSpMk id="6" creationId="{22F39336-BF03-6BDC-5B6D-497C644BBFFA}"/>
          </ac:grpSpMkLst>
        </pc:grpChg>
        <pc:grpChg chg="add mod">
          <ac:chgData name="Darii, Nicolae" userId="18c5667e-ae49-4355-88be-b09e0cceeda4" providerId="ADAL" clId="{4ACEBDBB-EAF1-44AF-B61F-146D1B0AC665}" dt="2025-06-10T16:58:43.802" v="3909" actId="1076"/>
          <ac:grpSpMkLst>
            <pc:docMk/>
            <pc:sldMk cId="1154295866" sldId="273"/>
            <ac:grpSpMk id="10" creationId="{069CB658-1C9B-9661-008D-3C471F037A19}"/>
          </ac:grpSpMkLst>
        </pc:grpChg>
        <pc:grpChg chg="add mod">
          <ac:chgData name="Darii, Nicolae" userId="18c5667e-ae49-4355-88be-b09e0cceeda4" providerId="ADAL" clId="{4ACEBDBB-EAF1-44AF-B61F-146D1B0AC665}" dt="2025-06-10T16:58:43.802" v="3909" actId="1076"/>
          <ac:grpSpMkLst>
            <pc:docMk/>
            <pc:sldMk cId="1154295866" sldId="273"/>
            <ac:grpSpMk id="14" creationId="{B16D8DCA-375F-72BB-CAA9-2A24332DB18F}"/>
          </ac:grpSpMkLst>
        </pc:grpChg>
        <pc:grpChg chg="add mod">
          <ac:chgData name="Darii, Nicolae" userId="18c5667e-ae49-4355-88be-b09e0cceeda4" providerId="ADAL" clId="{4ACEBDBB-EAF1-44AF-B61F-146D1B0AC665}" dt="2025-06-10T16:58:43.802" v="3909" actId="1076"/>
          <ac:grpSpMkLst>
            <pc:docMk/>
            <pc:sldMk cId="1154295866" sldId="273"/>
            <ac:grpSpMk id="18" creationId="{D2813513-289F-4AB8-F297-5652F142A12E}"/>
          </ac:grpSpMkLst>
        </pc:grpChg>
        <pc:graphicFrameChg chg="add mod modGraphic">
          <ac:chgData name="Darii, Nicolae" userId="18c5667e-ae49-4355-88be-b09e0cceeda4" providerId="ADAL" clId="{4ACEBDBB-EAF1-44AF-B61F-146D1B0AC665}" dt="2025-06-11T08:02:06.981" v="6341" actId="1076"/>
          <ac:graphicFrameMkLst>
            <pc:docMk/>
            <pc:sldMk cId="1154295866" sldId="273"/>
            <ac:graphicFrameMk id="3" creationId="{42E1103D-F704-5D7D-2E8C-593844CB4257}"/>
          </ac:graphicFrameMkLst>
        </pc:graphicFrameChg>
        <pc:graphicFrameChg chg="add del mod modGraphic">
          <ac:chgData name="Darii, Nicolae" userId="18c5667e-ae49-4355-88be-b09e0cceeda4" providerId="ADAL" clId="{4ACEBDBB-EAF1-44AF-B61F-146D1B0AC665}" dt="2025-06-10T16:58:31.493" v="3904" actId="478"/>
          <ac:graphicFrameMkLst>
            <pc:docMk/>
            <pc:sldMk cId="1154295866" sldId="273"/>
            <ac:graphicFrameMk id="4" creationId="{705406D2-F114-6937-11C0-28B2592085AE}"/>
          </ac:graphicFrameMkLst>
        </pc:graphicFrameChg>
        <pc:picChg chg="add mod">
          <ac:chgData name="Darii, Nicolae" userId="18c5667e-ae49-4355-88be-b09e0cceeda4" providerId="ADAL" clId="{4ACEBDBB-EAF1-44AF-B61F-146D1B0AC665}" dt="2025-06-11T08:40:21.712" v="6639" actId="1076"/>
          <ac:picMkLst>
            <pc:docMk/>
            <pc:sldMk cId="1154295866" sldId="273"/>
            <ac:picMk id="4" creationId="{3E0E9B40-45F7-E9C6-2DDF-79E4A70ABD97}"/>
          </ac:picMkLst>
        </pc:picChg>
        <pc:picChg chg="add mod">
          <ac:chgData name="Darii, Nicolae" userId="18c5667e-ae49-4355-88be-b09e0cceeda4" providerId="ADAL" clId="{4ACEBDBB-EAF1-44AF-B61F-146D1B0AC665}" dt="2025-06-11T10:07:29.589" v="6724" actId="1076"/>
          <ac:picMkLst>
            <pc:docMk/>
            <pc:sldMk cId="1154295866" sldId="273"/>
            <ac:picMk id="5" creationId="{61D44C27-9FDA-1890-8B0E-47AD259943A9}"/>
          </ac:picMkLst>
        </pc:picChg>
        <pc:picChg chg="add mod">
          <ac:chgData name="Darii, Nicolae" userId="18c5667e-ae49-4355-88be-b09e0cceeda4" providerId="ADAL" clId="{4ACEBDBB-EAF1-44AF-B61F-146D1B0AC665}" dt="2025-06-11T10:07:46.661" v="6727" actId="1076"/>
          <ac:picMkLst>
            <pc:docMk/>
            <pc:sldMk cId="1154295866" sldId="273"/>
            <ac:picMk id="6" creationId="{CA012A52-6DFE-6739-4448-09571380E743}"/>
          </ac:picMkLst>
        </pc:picChg>
        <pc:picChg chg="mod">
          <ac:chgData name="Darii, Nicolae" userId="18c5667e-ae49-4355-88be-b09e0cceeda4" providerId="ADAL" clId="{4ACEBDBB-EAF1-44AF-B61F-146D1B0AC665}" dt="2025-06-10T16:58:40.760" v="3907"/>
          <ac:picMkLst>
            <pc:docMk/>
            <pc:sldMk cId="1154295866" sldId="273"/>
            <ac:picMk id="7" creationId="{8B5341D4-A052-6E61-761A-4F33FB13F6C1}"/>
          </ac:picMkLst>
        </pc:picChg>
        <pc:picChg chg="mod">
          <ac:chgData name="Darii, Nicolae" userId="18c5667e-ae49-4355-88be-b09e0cceeda4" providerId="ADAL" clId="{4ACEBDBB-EAF1-44AF-B61F-146D1B0AC665}" dt="2025-06-10T16:58:40.760" v="3907"/>
          <ac:picMkLst>
            <pc:docMk/>
            <pc:sldMk cId="1154295866" sldId="273"/>
            <ac:picMk id="11" creationId="{4D5B31C3-A7D8-47D5-3D94-C33CA8C15CF9}"/>
          </ac:picMkLst>
        </pc:picChg>
        <pc:picChg chg="mod">
          <ac:chgData name="Darii, Nicolae" userId="18c5667e-ae49-4355-88be-b09e0cceeda4" providerId="ADAL" clId="{4ACEBDBB-EAF1-44AF-B61F-146D1B0AC665}" dt="2025-06-10T16:58:40.760" v="3907"/>
          <ac:picMkLst>
            <pc:docMk/>
            <pc:sldMk cId="1154295866" sldId="273"/>
            <ac:picMk id="15" creationId="{A885BC64-E340-8408-A65A-8C53681E1AA4}"/>
          </ac:picMkLst>
        </pc:picChg>
        <pc:picChg chg="mod">
          <ac:chgData name="Darii, Nicolae" userId="18c5667e-ae49-4355-88be-b09e0cceeda4" providerId="ADAL" clId="{4ACEBDBB-EAF1-44AF-B61F-146D1B0AC665}" dt="2025-06-10T16:58:40.760" v="3907"/>
          <ac:picMkLst>
            <pc:docMk/>
            <pc:sldMk cId="1154295866" sldId="273"/>
            <ac:picMk id="19" creationId="{E560D2AA-8F7C-DBE4-DEDB-AE54B2614B94}"/>
          </ac:picMkLst>
        </pc:picChg>
        <pc:picChg chg="add del mod">
          <ac:chgData name="Darii, Nicolae" userId="18c5667e-ae49-4355-88be-b09e0cceeda4" providerId="ADAL" clId="{4ACEBDBB-EAF1-44AF-B61F-146D1B0AC665}" dt="2025-06-11T10:07:55.672" v="6728" actId="478"/>
          <ac:picMkLst>
            <pc:docMk/>
            <pc:sldMk cId="1154295866" sldId="273"/>
            <ac:picMk id="38" creationId="{D7A5D11F-4D4A-5862-1297-BBB299256C85}"/>
          </ac:picMkLst>
        </pc:picChg>
        <pc:picChg chg="add mod">
          <ac:chgData name="Darii, Nicolae" userId="18c5667e-ae49-4355-88be-b09e0cceeda4" providerId="ADAL" clId="{4ACEBDBB-EAF1-44AF-B61F-146D1B0AC665}" dt="2025-06-10T17:15:19.999" v="4924" actId="1076"/>
          <ac:picMkLst>
            <pc:docMk/>
            <pc:sldMk cId="1154295866" sldId="273"/>
            <ac:picMk id="39" creationId="{BE6AE1A8-7A83-8560-2CCD-F391C6B2B1D1}"/>
          </ac:picMkLst>
        </pc:picChg>
        <pc:picChg chg="add mod">
          <ac:chgData name="Darii, Nicolae" userId="18c5667e-ae49-4355-88be-b09e0cceeda4" providerId="ADAL" clId="{4ACEBDBB-EAF1-44AF-B61F-146D1B0AC665}" dt="2025-06-10T17:15:19.999" v="4924" actId="1076"/>
          <ac:picMkLst>
            <pc:docMk/>
            <pc:sldMk cId="1154295866" sldId="273"/>
            <ac:picMk id="40" creationId="{25DFE73F-8589-7B75-5004-19F0B8A6E409}"/>
          </ac:picMkLst>
        </pc:picChg>
        <pc:picChg chg="add del mod">
          <ac:chgData name="Darii, Nicolae" userId="18c5667e-ae49-4355-88be-b09e0cceeda4" providerId="ADAL" clId="{4ACEBDBB-EAF1-44AF-B61F-146D1B0AC665}" dt="2025-06-11T10:07:56.843" v="6729" actId="478"/>
          <ac:picMkLst>
            <pc:docMk/>
            <pc:sldMk cId="1154295866" sldId="273"/>
            <ac:picMk id="41" creationId="{0D12D12A-E6F6-08BC-80E9-2B590F4D52FF}"/>
          </ac:picMkLst>
        </pc:picChg>
        <pc:picChg chg="add mod">
          <ac:chgData name="Darii, Nicolae" userId="18c5667e-ae49-4355-88be-b09e0cceeda4" providerId="ADAL" clId="{4ACEBDBB-EAF1-44AF-B61F-146D1B0AC665}" dt="2025-06-10T17:15:19.999" v="4924" actId="1076"/>
          <ac:picMkLst>
            <pc:docMk/>
            <pc:sldMk cId="1154295866" sldId="273"/>
            <ac:picMk id="42" creationId="{B912B924-7AA1-2359-35AC-2D3AE4F16BFE}"/>
          </ac:picMkLst>
        </pc:picChg>
        <pc:picChg chg="add mod">
          <ac:chgData name="Darii, Nicolae" userId="18c5667e-ae49-4355-88be-b09e0cceeda4" providerId="ADAL" clId="{4ACEBDBB-EAF1-44AF-B61F-146D1B0AC665}" dt="2025-06-10T17:15:19.999" v="4924" actId="1076"/>
          <ac:picMkLst>
            <pc:docMk/>
            <pc:sldMk cId="1154295866" sldId="273"/>
            <ac:picMk id="43" creationId="{6924197C-BD6C-1D58-C385-9070E516C781}"/>
          </ac:picMkLst>
        </pc:picChg>
        <pc:picChg chg="add del mod">
          <ac:chgData name="Darii, Nicolae" userId="18c5667e-ae49-4355-88be-b09e0cceeda4" providerId="ADAL" clId="{4ACEBDBB-EAF1-44AF-B61F-146D1B0AC665}" dt="2025-06-11T10:07:57.638" v="6730" actId="478"/>
          <ac:picMkLst>
            <pc:docMk/>
            <pc:sldMk cId="1154295866" sldId="273"/>
            <ac:picMk id="44" creationId="{AFA3FD96-9D8F-0B9E-2D46-2B3A90912BDB}"/>
          </ac:picMkLst>
        </pc:picChg>
        <pc:picChg chg="add mod">
          <ac:chgData name="Darii, Nicolae" userId="18c5667e-ae49-4355-88be-b09e0cceeda4" providerId="ADAL" clId="{4ACEBDBB-EAF1-44AF-B61F-146D1B0AC665}" dt="2025-06-10T17:15:19.999" v="4924" actId="1076"/>
          <ac:picMkLst>
            <pc:docMk/>
            <pc:sldMk cId="1154295866" sldId="273"/>
            <ac:picMk id="45" creationId="{43FE8DB3-CFA7-9E09-C158-F98669C28F7B}"/>
          </ac:picMkLst>
        </pc:picChg>
        <pc:picChg chg="add del mod">
          <ac:chgData name="Darii, Nicolae" userId="18c5667e-ae49-4355-88be-b09e0cceeda4" providerId="ADAL" clId="{4ACEBDBB-EAF1-44AF-B61F-146D1B0AC665}" dt="2025-06-10T17:07:41.204" v="4822" actId="478"/>
          <ac:picMkLst>
            <pc:docMk/>
            <pc:sldMk cId="1154295866" sldId="273"/>
            <ac:picMk id="46" creationId="{53DA9D5F-DDA1-EF4B-8F20-1A67AFBB2CF8}"/>
          </ac:picMkLst>
        </pc:picChg>
        <pc:picChg chg="add del mod">
          <ac:chgData name="Darii, Nicolae" userId="18c5667e-ae49-4355-88be-b09e0cceeda4" providerId="ADAL" clId="{4ACEBDBB-EAF1-44AF-B61F-146D1B0AC665}" dt="2025-06-11T10:07:58.961" v="6731" actId="478"/>
          <ac:picMkLst>
            <pc:docMk/>
            <pc:sldMk cId="1154295866" sldId="273"/>
            <ac:picMk id="47" creationId="{86F1427D-36EC-0910-2E9E-92C55648AB69}"/>
          </ac:picMkLst>
        </pc:picChg>
        <pc:picChg chg="add mod">
          <ac:chgData name="Darii, Nicolae" userId="18c5667e-ae49-4355-88be-b09e0cceeda4" providerId="ADAL" clId="{4ACEBDBB-EAF1-44AF-B61F-146D1B0AC665}" dt="2025-06-10T17:15:19.999" v="4924" actId="1076"/>
          <ac:picMkLst>
            <pc:docMk/>
            <pc:sldMk cId="1154295866" sldId="273"/>
            <ac:picMk id="48" creationId="{573FDBE9-23BC-7393-59D1-4DF3AD38ADE1}"/>
          </ac:picMkLst>
        </pc:picChg>
        <pc:picChg chg="add mod">
          <ac:chgData name="Darii, Nicolae" userId="18c5667e-ae49-4355-88be-b09e0cceeda4" providerId="ADAL" clId="{4ACEBDBB-EAF1-44AF-B61F-146D1B0AC665}" dt="2025-06-10T17:15:19.999" v="4924" actId="1076"/>
          <ac:picMkLst>
            <pc:docMk/>
            <pc:sldMk cId="1154295866" sldId="273"/>
            <ac:picMk id="49" creationId="{6143C02D-D4F7-F3C1-FD99-C1B761372765}"/>
          </ac:picMkLst>
        </pc:picChg>
        <pc:picChg chg="add del mod">
          <ac:chgData name="Darii, Nicolae" userId="18c5667e-ae49-4355-88be-b09e0cceeda4" providerId="ADAL" clId="{4ACEBDBB-EAF1-44AF-B61F-146D1B0AC665}" dt="2025-06-11T10:07:59.753" v="6732" actId="478"/>
          <ac:picMkLst>
            <pc:docMk/>
            <pc:sldMk cId="1154295866" sldId="273"/>
            <ac:picMk id="50" creationId="{A2FBF851-3691-FDE7-CC7B-34506F8DB4EE}"/>
          </ac:picMkLst>
        </pc:picChg>
        <pc:picChg chg="add mod">
          <ac:chgData name="Darii, Nicolae" userId="18c5667e-ae49-4355-88be-b09e0cceeda4" providerId="ADAL" clId="{4ACEBDBB-EAF1-44AF-B61F-146D1B0AC665}" dt="2025-06-10T17:15:19.999" v="4924" actId="1076"/>
          <ac:picMkLst>
            <pc:docMk/>
            <pc:sldMk cId="1154295866" sldId="273"/>
            <ac:picMk id="51" creationId="{7CABA354-4A62-294E-420A-EE80F7E6501B}"/>
          </ac:picMkLst>
        </pc:picChg>
        <pc:picChg chg="add mod">
          <ac:chgData name="Darii, Nicolae" userId="18c5667e-ae49-4355-88be-b09e0cceeda4" providerId="ADAL" clId="{4ACEBDBB-EAF1-44AF-B61F-146D1B0AC665}" dt="2025-06-10T17:15:19.999" v="4924" actId="1076"/>
          <ac:picMkLst>
            <pc:docMk/>
            <pc:sldMk cId="1154295866" sldId="273"/>
            <ac:picMk id="52" creationId="{367E52B3-5F33-3374-4B80-665DC15CA636}"/>
          </ac:picMkLst>
        </pc:picChg>
        <pc:picChg chg="add del mod">
          <ac:chgData name="Darii, Nicolae" userId="18c5667e-ae49-4355-88be-b09e0cceeda4" providerId="ADAL" clId="{4ACEBDBB-EAF1-44AF-B61F-146D1B0AC665}" dt="2025-06-10T17:09:39.389" v="4844" actId="478"/>
          <ac:picMkLst>
            <pc:docMk/>
            <pc:sldMk cId="1154295866" sldId="273"/>
            <ac:picMk id="53" creationId="{31449946-7FEA-A7BD-6323-C0692A2A97B2}"/>
          </ac:picMkLst>
        </pc:picChg>
        <pc:picChg chg="add del mod">
          <ac:chgData name="Darii, Nicolae" userId="18c5667e-ae49-4355-88be-b09e0cceeda4" providerId="ADAL" clId="{4ACEBDBB-EAF1-44AF-B61F-146D1B0AC665}" dt="2025-06-10T17:08:45.577" v="4832" actId="478"/>
          <ac:picMkLst>
            <pc:docMk/>
            <pc:sldMk cId="1154295866" sldId="273"/>
            <ac:picMk id="54" creationId="{CE04A5AB-2FE7-FEAC-9B85-D6CDA895D789}"/>
          </ac:picMkLst>
        </pc:picChg>
        <pc:picChg chg="add del mod">
          <ac:chgData name="Darii, Nicolae" userId="18c5667e-ae49-4355-88be-b09e0cceeda4" providerId="ADAL" clId="{4ACEBDBB-EAF1-44AF-B61F-146D1B0AC665}" dt="2025-06-10T17:08:35.012" v="4831" actId="478"/>
          <ac:picMkLst>
            <pc:docMk/>
            <pc:sldMk cId="1154295866" sldId="273"/>
            <ac:picMk id="55" creationId="{17CA2CDD-8235-98F3-A3DD-46D42D1ED897}"/>
          </ac:picMkLst>
        </pc:picChg>
        <pc:picChg chg="add del mod">
          <ac:chgData name="Darii, Nicolae" userId="18c5667e-ae49-4355-88be-b09e0cceeda4" providerId="ADAL" clId="{4ACEBDBB-EAF1-44AF-B61F-146D1B0AC665}" dt="2025-06-11T10:08:20.198" v="6742" actId="478"/>
          <ac:picMkLst>
            <pc:docMk/>
            <pc:sldMk cId="1154295866" sldId="273"/>
            <ac:picMk id="56" creationId="{6903DD28-F9F0-FCC5-C446-86CDE80BA1FB}"/>
          </ac:picMkLst>
        </pc:picChg>
        <pc:picChg chg="add mod">
          <ac:chgData name="Darii, Nicolae" userId="18c5667e-ae49-4355-88be-b09e0cceeda4" providerId="ADAL" clId="{4ACEBDBB-EAF1-44AF-B61F-146D1B0AC665}" dt="2025-06-10T17:15:19.999" v="4924" actId="1076"/>
          <ac:picMkLst>
            <pc:docMk/>
            <pc:sldMk cId="1154295866" sldId="273"/>
            <ac:picMk id="57" creationId="{1AB3C6D2-36AF-47DC-2DC3-4D88437C4A16}"/>
          </ac:picMkLst>
        </pc:picChg>
        <pc:picChg chg="add del mod">
          <ac:chgData name="Darii, Nicolae" userId="18c5667e-ae49-4355-88be-b09e0cceeda4" providerId="ADAL" clId="{4ACEBDBB-EAF1-44AF-B61F-146D1B0AC665}" dt="2025-06-10T17:09:08.510" v="4838" actId="478"/>
          <ac:picMkLst>
            <pc:docMk/>
            <pc:sldMk cId="1154295866" sldId="273"/>
            <ac:picMk id="58" creationId="{685E3094-358A-8408-1192-3B7EF0047ACD}"/>
          </ac:picMkLst>
        </pc:picChg>
        <pc:picChg chg="add mod">
          <ac:chgData name="Darii, Nicolae" userId="18c5667e-ae49-4355-88be-b09e0cceeda4" providerId="ADAL" clId="{4ACEBDBB-EAF1-44AF-B61F-146D1B0AC665}" dt="2025-06-10T17:08:56.653" v="4836" actId="1076"/>
          <ac:picMkLst>
            <pc:docMk/>
            <pc:sldMk cId="1154295866" sldId="273"/>
            <ac:picMk id="59" creationId="{AA228027-876E-213E-EC76-BFE767C11599}"/>
          </ac:picMkLst>
        </pc:picChg>
        <pc:picChg chg="add mod">
          <ac:chgData name="Darii, Nicolae" userId="18c5667e-ae49-4355-88be-b09e0cceeda4" providerId="ADAL" clId="{4ACEBDBB-EAF1-44AF-B61F-146D1B0AC665}" dt="2025-06-10T17:08:56.653" v="4836" actId="1076"/>
          <ac:picMkLst>
            <pc:docMk/>
            <pc:sldMk cId="1154295866" sldId="273"/>
            <ac:picMk id="60" creationId="{F34A66E0-C76A-46BB-1817-CD8FC34A67F3}"/>
          </ac:picMkLst>
        </pc:picChg>
        <pc:picChg chg="add mod">
          <ac:chgData name="Darii, Nicolae" userId="18c5667e-ae49-4355-88be-b09e0cceeda4" providerId="ADAL" clId="{4ACEBDBB-EAF1-44AF-B61F-146D1B0AC665}" dt="2025-06-10T17:08:56.653" v="4836" actId="1076"/>
          <ac:picMkLst>
            <pc:docMk/>
            <pc:sldMk cId="1154295866" sldId="273"/>
            <ac:picMk id="61" creationId="{2CE8B3D8-EE21-550C-53D3-F430390DFA07}"/>
          </ac:picMkLst>
        </pc:picChg>
        <pc:picChg chg="add del mod">
          <ac:chgData name="Darii, Nicolae" userId="18c5667e-ae49-4355-88be-b09e0cceeda4" providerId="ADAL" clId="{4ACEBDBB-EAF1-44AF-B61F-146D1B0AC665}" dt="2025-06-11T10:08:20.985" v="6743" actId="478"/>
          <ac:picMkLst>
            <pc:docMk/>
            <pc:sldMk cId="1154295866" sldId="273"/>
            <ac:picMk id="62" creationId="{3B42D500-EA2F-14AB-42EA-49C902C4E380}"/>
          </ac:picMkLst>
        </pc:picChg>
        <pc:picChg chg="add mod">
          <ac:chgData name="Darii, Nicolae" userId="18c5667e-ae49-4355-88be-b09e0cceeda4" providerId="ADAL" clId="{4ACEBDBB-EAF1-44AF-B61F-146D1B0AC665}" dt="2025-06-10T17:15:19.999" v="4924" actId="1076"/>
          <ac:picMkLst>
            <pc:docMk/>
            <pc:sldMk cId="1154295866" sldId="273"/>
            <ac:picMk id="63" creationId="{5567A56F-7077-253F-EDD9-A2746AA67174}"/>
          </ac:picMkLst>
        </pc:picChg>
        <pc:picChg chg="add del mod">
          <ac:chgData name="Darii, Nicolae" userId="18c5667e-ae49-4355-88be-b09e0cceeda4" providerId="ADAL" clId="{4ACEBDBB-EAF1-44AF-B61F-146D1B0AC665}" dt="2025-06-10T17:09:55.032" v="4846" actId="478"/>
          <ac:picMkLst>
            <pc:docMk/>
            <pc:sldMk cId="1154295866" sldId="273"/>
            <ac:picMk id="64" creationId="{A516A88E-9F57-B9F7-94F8-00297BA48BD9}"/>
          </ac:picMkLst>
        </pc:picChg>
        <pc:picChg chg="add mod">
          <ac:chgData name="Darii, Nicolae" userId="18c5667e-ae49-4355-88be-b09e0cceeda4" providerId="ADAL" clId="{4ACEBDBB-EAF1-44AF-B61F-146D1B0AC665}" dt="2025-06-10T17:09:27.026" v="4841"/>
          <ac:picMkLst>
            <pc:docMk/>
            <pc:sldMk cId="1154295866" sldId="273"/>
            <ac:picMk id="66" creationId="{01FC7C1B-7E9B-3205-FE4D-876E2C0B29A6}"/>
          </ac:picMkLst>
        </pc:picChg>
        <pc:picChg chg="add mod">
          <ac:chgData name="Darii, Nicolae" userId="18c5667e-ae49-4355-88be-b09e0cceeda4" providerId="ADAL" clId="{4ACEBDBB-EAF1-44AF-B61F-146D1B0AC665}" dt="2025-06-10T17:09:27.026" v="4841"/>
          <ac:picMkLst>
            <pc:docMk/>
            <pc:sldMk cId="1154295866" sldId="273"/>
            <ac:picMk id="67" creationId="{37234FBD-8764-4976-51B6-F16F8AC01FBF}"/>
          </ac:picMkLst>
        </pc:picChg>
        <pc:picChg chg="add del mod">
          <ac:chgData name="Darii, Nicolae" userId="18c5667e-ae49-4355-88be-b09e0cceeda4" providerId="ADAL" clId="{4ACEBDBB-EAF1-44AF-B61F-146D1B0AC665}" dt="2025-06-11T10:08:00.523" v="6733" actId="478"/>
          <ac:picMkLst>
            <pc:docMk/>
            <pc:sldMk cId="1154295866" sldId="273"/>
            <ac:picMk id="68" creationId="{132B0B68-89EE-FD54-3FB6-24E9D1218B46}"/>
          </ac:picMkLst>
        </pc:picChg>
        <pc:picChg chg="add mod">
          <ac:chgData name="Darii, Nicolae" userId="18c5667e-ae49-4355-88be-b09e0cceeda4" providerId="ADAL" clId="{4ACEBDBB-EAF1-44AF-B61F-146D1B0AC665}" dt="2025-06-10T17:15:19.999" v="4924" actId="1076"/>
          <ac:picMkLst>
            <pc:docMk/>
            <pc:sldMk cId="1154295866" sldId="273"/>
            <ac:picMk id="69" creationId="{802BC7E5-FDF0-8EC0-7216-458F6EF19694}"/>
          </ac:picMkLst>
        </pc:picChg>
        <pc:picChg chg="add del mod">
          <ac:chgData name="Darii, Nicolae" userId="18c5667e-ae49-4355-88be-b09e0cceeda4" providerId="ADAL" clId="{4ACEBDBB-EAF1-44AF-B61F-146D1B0AC665}" dt="2025-06-11T10:08:28.335" v="6746" actId="478"/>
          <ac:picMkLst>
            <pc:docMk/>
            <pc:sldMk cId="1154295866" sldId="273"/>
            <ac:picMk id="70" creationId="{9F1B1C6C-9757-3D91-8231-3B5DB1F02EB5}"/>
          </ac:picMkLst>
        </pc:picChg>
      </pc:sldChg>
      <pc:sldChg chg="addSp delSp modSp new mod">
        <pc:chgData name="Darii, Nicolae" userId="18c5667e-ae49-4355-88be-b09e0cceeda4" providerId="ADAL" clId="{4ACEBDBB-EAF1-44AF-B61F-146D1B0AC665}" dt="2025-06-11T08:31:12.932" v="6476" actId="1076"/>
        <pc:sldMkLst>
          <pc:docMk/>
          <pc:sldMk cId="1825301477" sldId="274"/>
        </pc:sldMkLst>
        <pc:spChg chg="mod">
          <ac:chgData name="Darii, Nicolae" userId="18c5667e-ae49-4355-88be-b09e0cceeda4" providerId="ADAL" clId="{4ACEBDBB-EAF1-44AF-B61F-146D1B0AC665}" dt="2025-06-10T17:12:35.476" v="4904" actId="20577"/>
          <ac:spMkLst>
            <pc:docMk/>
            <pc:sldMk cId="1825301477" sldId="274"/>
            <ac:spMk id="2" creationId="{41CAC426-4EE8-0323-D0C5-3B3C07ED59DC}"/>
          </ac:spMkLst>
        </pc:spChg>
        <pc:spChg chg="del">
          <ac:chgData name="Darii, Nicolae" userId="18c5667e-ae49-4355-88be-b09e0cceeda4" providerId="ADAL" clId="{4ACEBDBB-EAF1-44AF-B61F-146D1B0AC665}" dt="2025-06-10T17:12:38.625" v="4905" actId="478"/>
          <ac:spMkLst>
            <pc:docMk/>
            <pc:sldMk cId="1825301477" sldId="274"/>
            <ac:spMk id="3" creationId="{B8A2EFF6-81C3-7D43-A427-AEEB980FE375}"/>
          </ac:spMkLst>
        </pc:spChg>
        <pc:spChg chg="add del mod">
          <ac:chgData name="Darii, Nicolae" userId="18c5667e-ae49-4355-88be-b09e0cceeda4" providerId="ADAL" clId="{4ACEBDBB-EAF1-44AF-B61F-146D1B0AC665}" dt="2025-06-10T17:21:13.490" v="5047" actId="478"/>
          <ac:spMkLst>
            <pc:docMk/>
            <pc:sldMk cId="1825301477" sldId="274"/>
            <ac:spMk id="6" creationId="{C0E28CAA-DA62-787B-2510-C2CD1DAF3ACB}"/>
          </ac:spMkLst>
        </pc:spChg>
        <pc:spChg chg="add mod">
          <ac:chgData name="Darii, Nicolae" userId="18c5667e-ae49-4355-88be-b09e0cceeda4" providerId="ADAL" clId="{4ACEBDBB-EAF1-44AF-B61F-146D1B0AC665}" dt="2025-06-10T17:25:03.976" v="5141" actId="14100"/>
          <ac:spMkLst>
            <pc:docMk/>
            <pc:sldMk cId="1825301477" sldId="274"/>
            <ac:spMk id="7" creationId="{00CB96A6-AB42-9933-9C87-0DE353D2CA36}"/>
          </ac:spMkLst>
        </pc:spChg>
        <pc:spChg chg="add mod">
          <ac:chgData name="Darii, Nicolae" userId="18c5667e-ae49-4355-88be-b09e0cceeda4" providerId="ADAL" clId="{4ACEBDBB-EAF1-44AF-B61F-146D1B0AC665}" dt="2025-06-10T17:25:14.992" v="5144" actId="14100"/>
          <ac:spMkLst>
            <pc:docMk/>
            <pc:sldMk cId="1825301477" sldId="274"/>
            <ac:spMk id="10" creationId="{D2985C42-FC48-F240-404A-BE7715BABE20}"/>
          </ac:spMkLst>
        </pc:spChg>
        <pc:spChg chg="add mod">
          <ac:chgData name="Darii, Nicolae" userId="18c5667e-ae49-4355-88be-b09e0cceeda4" providerId="ADAL" clId="{4ACEBDBB-EAF1-44AF-B61F-146D1B0AC665}" dt="2025-06-10T17:22:57.497" v="5073" actId="20577"/>
          <ac:spMkLst>
            <pc:docMk/>
            <pc:sldMk cId="1825301477" sldId="274"/>
            <ac:spMk id="13" creationId="{6D5AE203-ABB9-F358-B5AC-11F08E931D3A}"/>
          </ac:spMkLst>
        </pc:spChg>
        <pc:spChg chg="add mod">
          <ac:chgData name="Darii, Nicolae" userId="18c5667e-ae49-4355-88be-b09e0cceeda4" providerId="ADAL" clId="{4ACEBDBB-EAF1-44AF-B61F-146D1B0AC665}" dt="2025-06-10T17:24:00.594" v="5106" actId="14100"/>
          <ac:spMkLst>
            <pc:docMk/>
            <pc:sldMk cId="1825301477" sldId="274"/>
            <ac:spMk id="14" creationId="{3B5D9CA1-E168-3B8D-78B4-D8BAD5E7560F}"/>
          </ac:spMkLst>
        </pc:spChg>
        <pc:spChg chg="add mod">
          <ac:chgData name="Darii, Nicolae" userId="18c5667e-ae49-4355-88be-b09e0cceeda4" providerId="ADAL" clId="{4ACEBDBB-EAF1-44AF-B61F-146D1B0AC665}" dt="2025-06-10T17:24:47.593" v="5139" actId="14100"/>
          <ac:spMkLst>
            <pc:docMk/>
            <pc:sldMk cId="1825301477" sldId="274"/>
            <ac:spMk id="15" creationId="{4119E336-FD40-DEFD-BF0F-D7EACFC6001A}"/>
          </ac:spMkLst>
        </pc:spChg>
        <pc:picChg chg="add mod">
          <ac:chgData name="Darii, Nicolae" userId="18c5667e-ae49-4355-88be-b09e0cceeda4" providerId="ADAL" clId="{4ACEBDBB-EAF1-44AF-B61F-146D1B0AC665}" dt="2025-06-11T08:31:12.932" v="6476" actId="1076"/>
          <ac:picMkLst>
            <pc:docMk/>
            <pc:sldMk cId="1825301477" sldId="274"/>
            <ac:picMk id="4" creationId="{3D916F86-998E-5463-8408-F94066304E88}"/>
          </ac:picMkLst>
        </pc:picChg>
        <pc:picChg chg="add mod">
          <ac:chgData name="Darii, Nicolae" userId="18c5667e-ae49-4355-88be-b09e0cceeda4" providerId="ADAL" clId="{4ACEBDBB-EAF1-44AF-B61F-146D1B0AC665}" dt="2025-06-10T17:12:47.541" v="4910" actId="1076"/>
          <ac:picMkLst>
            <pc:docMk/>
            <pc:sldMk cId="1825301477" sldId="274"/>
            <ac:picMk id="5" creationId="{C0726DFF-10B7-2A79-3CEB-458D7095CC12}"/>
          </ac:picMkLst>
        </pc:picChg>
        <pc:picChg chg="add del mod">
          <ac:chgData name="Darii, Nicolae" userId="18c5667e-ae49-4355-88be-b09e0cceeda4" providerId="ADAL" clId="{4ACEBDBB-EAF1-44AF-B61F-146D1B0AC665}" dt="2025-06-10T17:22:00.176" v="5057" actId="21"/>
          <ac:picMkLst>
            <pc:docMk/>
            <pc:sldMk cId="1825301477" sldId="274"/>
            <ac:picMk id="9" creationId="{CF918C0D-07B8-F4CE-4DCD-47F7A361AB04}"/>
          </ac:picMkLst>
        </pc:picChg>
        <pc:picChg chg="add del mod">
          <ac:chgData name="Darii, Nicolae" userId="18c5667e-ae49-4355-88be-b09e0cceeda4" providerId="ADAL" clId="{4ACEBDBB-EAF1-44AF-B61F-146D1B0AC665}" dt="2025-06-10T17:22:03.821" v="5059" actId="21"/>
          <ac:picMkLst>
            <pc:docMk/>
            <pc:sldMk cId="1825301477" sldId="274"/>
            <ac:picMk id="11" creationId="{CF918C0D-07B8-F4CE-4DCD-47F7A361AB04}"/>
          </ac:picMkLst>
        </pc:picChg>
        <pc:picChg chg="add del mod">
          <ac:chgData name="Darii, Nicolae" userId="18c5667e-ae49-4355-88be-b09e0cceeda4" providerId="ADAL" clId="{4ACEBDBB-EAF1-44AF-B61F-146D1B0AC665}" dt="2025-06-11T08:31:05.871" v="6471" actId="478"/>
          <ac:picMkLst>
            <pc:docMk/>
            <pc:sldMk cId="1825301477" sldId="274"/>
            <ac:picMk id="12" creationId="{CF918C0D-07B8-F4CE-4DCD-47F7A361AB04}"/>
          </ac:picMkLst>
        </pc:picChg>
      </pc:sldChg>
      <pc:sldChg chg="addSp delSp modSp new mod">
        <pc:chgData name="Darii, Nicolae" userId="18c5667e-ae49-4355-88be-b09e0cceeda4" providerId="ADAL" clId="{4ACEBDBB-EAF1-44AF-B61F-146D1B0AC665}" dt="2025-06-10T17:14:49.371" v="4923" actId="1076"/>
        <pc:sldMkLst>
          <pc:docMk/>
          <pc:sldMk cId="2200121453" sldId="275"/>
        </pc:sldMkLst>
        <pc:spChg chg="del">
          <ac:chgData name="Darii, Nicolae" userId="18c5667e-ae49-4355-88be-b09e0cceeda4" providerId="ADAL" clId="{4ACEBDBB-EAF1-44AF-B61F-146D1B0AC665}" dt="2025-06-10T17:13:19.360" v="4916" actId="478"/>
          <ac:spMkLst>
            <pc:docMk/>
            <pc:sldMk cId="2200121453" sldId="275"/>
            <ac:spMk id="2" creationId="{BEE2364E-C482-6FB8-EDCD-3674A2E33F9F}"/>
          </ac:spMkLst>
        </pc:spChg>
        <pc:spChg chg="del">
          <ac:chgData name="Darii, Nicolae" userId="18c5667e-ae49-4355-88be-b09e0cceeda4" providerId="ADAL" clId="{4ACEBDBB-EAF1-44AF-B61F-146D1B0AC665}" dt="2025-06-10T17:13:19.360" v="4916" actId="478"/>
          <ac:spMkLst>
            <pc:docMk/>
            <pc:sldMk cId="2200121453" sldId="275"/>
            <ac:spMk id="3" creationId="{FFF80D27-C7DD-2D2A-CEE5-8A7ABBBB2E36}"/>
          </ac:spMkLst>
        </pc:spChg>
        <pc:picChg chg="add del mod">
          <ac:chgData name="Darii, Nicolae" userId="18c5667e-ae49-4355-88be-b09e0cceeda4" providerId="ADAL" clId="{4ACEBDBB-EAF1-44AF-B61F-146D1B0AC665}" dt="2025-06-10T17:13:27.181" v="4918" actId="478"/>
          <ac:picMkLst>
            <pc:docMk/>
            <pc:sldMk cId="2200121453" sldId="275"/>
            <ac:picMk id="5" creationId="{4C2DC0EE-790F-4D8C-1E7B-BBAE1652A435}"/>
          </ac:picMkLst>
        </pc:picChg>
        <pc:picChg chg="add mod">
          <ac:chgData name="Darii, Nicolae" userId="18c5667e-ae49-4355-88be-b09e0cceeda4" providerId="ADAL" clId="{4ACEBDBB-EAF1-44AF-B61F-146D1B0AC665}" dt="2025-06-10T17:14:49.371" v="4923" actId="1076"/>
          <ac:picMkLst>
            <pc:docMk/>
            <pc:sldMk cId="2200121453" sldId="275"/>
            <ac:picMk id="7" creationId="{3DE69CFB-B48F-6817-0252-81B07F9CAA48}"/>
          </ac:picMkLst>
        </pc:picChg>
      </pc:sldChg>
      <pc:sldChg chg="addSp delSp modSp new mod">
        <pc:chgData name="Darii, Nicolae" userId="18c5667e-ae49-4355-88be-b09e0cceeda4" providerId="ADAL" clId="{4ACEBDBB-EAF1-44AF-B61F-146D1B0AC665}" dt="2025-06-10T17:45:17.404" v="6235" actId="1076"/>
        <pc:sldMkLst>
          <pc:docMk/>
          <pc:sldMk cId="3131147490" sldId="276"/>
        </pc:sldMkLst>
        <pc:spChg chg="del">
          <ac:chgData name="Darii, Nicolae" userId="18c5667e-ae49-4355-88be-b09e0cceeda4" providerId="ADAL" clId="{4ACEBDBB-EAF1-44AF-B61F-146D1B0AC665}" dt="2025-06-10T17:37:15.033" v="5845" actId="478"/>
          <ac:spMkLst>
            <pc:docMk/>
            <pc:sldMk cId="3131147490" sldId="276"/>
            <ac:spMk id="2" creationId="{1D9A40BA-EE94-D6D0-1980-59D2DB59E70B}"/>
          </ac:spMkLst>
        </pc:spChg>
        <pc:spChg chg="del">
          <ac:chgData name="Darii, Nicolae" userId="18c5667e-ae49-4355-88be-b09e0cceeda4" providerId="ADAL" clId="{4ACEBDBB-EAF1-44AF-B61F-146D1B0AC665}" dt="2025-06-10T17:37:16.211" v="5846" actId="478"/>
          <ac:spMkLst>
            <pc:docMk/>
            <pc:sldMk cId="3131147490" sldId="276"/>
            <ac:spMk id="3" creationId="{4CE23E74-5384-85D2-7FC3-F0E01AFE2367}"/>
          </ac:spMkLst>
        </pc:spChg>
        <pc:spChg chg="add mod">
          <ac:chgData name="Darii, Nicolae" userId="18c5667e-ae49-4355-88be-b09e0cceeda4" providerId="ADAL" clId="{4ACEBDBB-EAF1-44AF-B61F-146D1B0AC665}" dt="2025-06-10T17:45:17.404" v="6235" actId="1076"/>
          <ac:spMkLst>
            <pc:docMk/>
            <pc:sldMk cId="3131147490" sldId="276"/>
            <ac:spMk id="11" creationId="{0504963D-09B0-9393-EA3C-116D62CB3DF8}"/>
          </ac:spMkLst>
        </pc:spChg>
        <pc:graphicFrameChg chg="add mod modGraphic">
          <ac:chgData name="Darii, Nicolae" userId="18c5667e-ae49-4355-88be-b09e0cceeda4" providerId="ADAL" clId="{4ACEBDBB-EAF1-44AF-B61F-146D1B0AC665}" dt="2025-06-10T17:44:41.012" v="6208" actId="1076"/>
          <ac:graphicFrameMkLst>
            <pc:docMk/>
            <pc:sldMk cId="3131147490" sldId="276"/>
            <ac:graphicFrameMk id="4" creationId="{DC5A7C92-817D-E5AD-4C6F-D428FEC5750D}"/>
          </ac:graphicFrameMkLst>
        </pc:graphicFrameChg>
        <pc:picChg chg="add del mod">
          <ac:chgData name="Darii, Nicolae" userId="18c5667e-ae49-4355-88be-b09e0cceeda4" providerId="ADAL" clId="{4ACEBDBB-EAF1-44AF-B61F-146D1B0AC665}" dt="2025-06-10T17:42:24.684" v="6193" actId="478"/>
          <ac:picMkLst>
            <pc:docMk/>
            <pc:sldMk cId="3131147490" sldId="276"/>
            <ac:picMk id="6" creationId="{561C285E-7048-B2E2-F8C6-9C1CEB49BB9B}"/>
          </ac:picMkLst>
        </pc:picChg>
        <pc:picChg chg="add del mod">
          <ac:chgData name="Darii, Nicolae" userId="18c5667e-ae49-4355-88be-b09e0cceeda4" providerId="ADAL" clId="{4ACEBDBB-EAF1-44AF-B61F-146D1B0AC665}" dt="2025-06-10T17:44:37.684" v="6207" actId="478"/>
          <ac:picMkLst>
            <pc:docMk/>
            <pc:sldMk cId="3131147490" sldId="276"/>
            <ac:picMk id="8" creationId="{8D949A38-0077-D1B5-A633-A4286741A15B}"/>
          </ac:picMkLst>
        </pc:picChg>
        <pc:picChg chg="add del mod">
          <ac:chgData name="Darii, Nicolae" userId="18c5667e-ae49-4355-88be-b09e0cceeda4" providerId="ADAL" clId="{4ACEBDBB-EAF1-44AF-B61F-146D1B0AC665}" dt="2025-06-10T17:44:37.041" v="6206" actId="478"/>
          <ac:picMkLst>
            <pc:docMk/>
            <pc:sldMk cId="3131147490" sldId="276"/>
            <ac:picMk id="10" creationId="{86CEAC6B-8925-C7F2-58EF-F07271F84CAD}"/>
          </ac:picMkLst>
        </pc:picChg>
      </pc:sldChg>
      <pc:sldChg chg="addSp delSp modSp new mod">
        <pc:chgData name="Darii, Nicolae" userId="18c5667e-ae49-4355-88be-b09e0cceeda4" providerId="ADAL" clId="{4ACEBDBB-EAF1-44AF-B61F-146D1B0AC665}" dt="2025-06-11T08:48:12.134" v="6715" actId="20577"/>
        <pc:sldMkLst>
          <pc:docMk/>
          <pc:sldMk cId="270780205" sldId="277"/>
        </pc:sldMkLst>
        <pc:spChg chg="mod">
          <ac:chgData name="Darii, Nicolae" userId="18c5667e-ae49-4355-88be-b09e0cceeda4" providerId="ADAL" clId="{4ACEBDBB-EAF1-44AF-B61F-146D1B0AC665}" dt="2025-06-11T08:42:04.545" v="6659" actId="1076"/>
          <ac:spMkLst>
            <pc:docMk/>
            <pc:sldMk cId="270780205" sldId="277"/>
            <ac:spMk id="2" creationId="{55F87ED0-E27A-4FA6-1E56-74DAEA8B80F3}"/>
          </ac:spMkLst>
        </pc:spChg>
        <pc:spChg chg="del">
          <ac:chgData name="Darii, Nicolae" userId="18c5667e-ae49-4355-88be-b09e0cceeda4" providerId="ADAL" clId="{4ACEBDBB-EAF1-44AF-B61F-146D1B0AC665}" dt="2025-06-11T08:41:56.496" v="6655" actId="478"/>
          <ac:spMkLst>
            <pc:docMk/>
            <pc:sldMk cId="270780205" sldId="277"/>
            <ac:spMk id="3" creationId="{9A82A12E-890B-4069-25E3-6DF644E48708}"/>
          </ac:spMkLst>
        </pc:spChg>
        <pc:spChg chg="add mod">
          <ac:chgData name="Darii, Nicolae" userId="18c5667e-ae49-4355-88be-b09e0cceeda4" providerId="ADAL" clId="{4ACEBDBB-EAF1-44AF-B61F-146D1B0AC665}" dt="2025-06-11T08:48:03.064" v="6701" actId="1076"/>
          <ac:spMkLst>
            <pc:docMk/>
            <pc:sldMk cId="270780205" sldId="277"/>
            <ac:spMk id="8" creationId="{91FDD58D-0399-3C0F-0464-A526C70B1BE4}"/>
          </ac:spMkLst>
        </pc:spChg>
        <pc:spChg chg="add mod">
          <ac:chgData name="Darii, Nicolae" userId="18c5667e-ae49-4355-88be-b09e0cceeda4" providerId="ADAL" clId="{4ACEBDBB-EAF1-44AF-B61F-146D1B0AC665}" dt="2025-06-11T08:48:12.134" v="6715" actId="20577"/>
          <ac:spMkLst>
            <pc:docMk/>
            <pc:sldMk cId="270780205" sldId="277"/>
            <ac:spMk id="9" creationId="{8EB17B61-04E2-281F-E7C7-CAD23AF5D913}"/>
          </ac:spMkLst>
        </pc:spChg>
        <pc:picChg chg="add mod">
          <ac:chgData name="Darii, Nicolae" userId="18c5667e-ae49-4355-88be-b09e0cceeda4" providerId="ADAL" clId="{4ACEBDBB-EAF1-44AF-B61F-146D1B0AC665}" dt="2025-06-11T08:47:25.798" v="6671" actId="1076"/>
          <ac:picMkLst>
            <pc:docMk/>
            <pc:sldMk cId="270780205" sldId="277"/>
            <ac:picMk id="5" creationId="{951CC6B1-D01D-DD7C-60F8-1BBE0DA409B4}"/>
          </ac:picMkLst>
        </pc:picChg>
        <pc:picChg chg="add mod">
          <ac:chgData name="Darii, Nicolae" userId="18c5667e-ae49-4355-88be-b09e0cceeda4" providerId="ADAL" clId="{4ACEBDBB-EAF1-44AF-B61F-146D1B0AC665}" dt="2025-06-11T08:47:36.486" v="6675" actId="1076"/>
          <ac:picMkLst>
            <pc:docMk/>
            <pc:sldMk cId="270780205" sldId="277"/>
            <ac:picMk id="7" creationId="{8514491E-F3AE-855B-A5AE-B389BF75D065}"/>
          </ac:picMkLst>
        </pc:picChg>
      </pc:sldChg>
    </pc:docChg>
  </pc:docChgLst>
  <pc:docChgLst>
    <pc:chgData name="Darii, Nicolae" userId="e7d42a24-fdb3-494b-94cf-83df6804dc51" providerId="ADAL" clId="{61E8BB6A-5FCF-403A-90DE-4B3CC3261B20}"/>
    <pc:docChg chg="undo custSel addSld modSld">
      <pc:chgData name="Darii, Nicolae" userId="e7d42a24-fdb3-494b-94cf-83df6804dc51" providerId="ADAL" clId="{61E8BB6A-5FCF-403A-90DE-4B3CC3261B20}" dt="2025-06-25T09:29:53.004" v="359" actId="20577"/>
      <pc:docMkLst>
        <pc:docMk/>
      </pc:docMkLst>
      <pc:sldChg chg="modSp mod">
        <pc:chgData name="Darii, Nicolae" userId="e7d42a24-fdb3-494b-94cf-83df6804dc51" providerId="ADAL" clId="{61E8BB6A-5FCF-403A-90DE-4B3CC3261B20}" dt="2025-06-23T11:08:32.062" v="19" actId="20577"/>
        <pc:sldMkLst>
          <pc:docMk/>
          <pc:sldMk cId="2739520271" sldId="256"/>
        </pc:sldMkLst>
        <pc:spChg chg="mod">
          <ac:chgData name="Darii, Nicolae" userId="e7d42a24-fdb3-494b-94cf-83df6804dc51" providerId="ADAL" clId="{61E8BB6A-5FCF-403A-90DE-4B3CC3261B20}" dt="2025-06-23T11:08:32.062" v="19" actId="20577"/>
          <ac:spMkLst>
            <pc:docMk/>
            <pc:sldMk cId="2739520271" sldId="256"/>
            <ac:spMk id="2" creationId="{EB8CB024-C261-B545-D5C2-908BAF248DF2}"/>
          </ac:spMkLst>
        </pc:spChg>
      </pc:sldChg>
      <pc:sldChg chg="mod modShow">
        <pc:chgData name="Darii, Nicolae" userId="e7d42a24-fdb3-494b-94cf-83df6804dc51" providerId="ADAL" clId="{61E8BB6A-5FCF-403A-90DE-4B3CC3261B20}" dt="2025-06-23T11:27:53.291" v="20" actId="729"/>
        <pc:sldMkLst>
          <pc:docMk/>
          <pc:sldMk cId="2200121453" sldId="275"/>
        </pc:sldMkLst>
      </pc:sldChg>
      <pc:sldChg chg="delSp modSp new mod">
        <pc:chgData name="Darii, Nicolae" userId="e7d42a24-fdb3-494b-94cf-83df6804dc51" providerId="ADAL" clId="{61E8BB6A-5FCF-403A-90DE-4B3CC3261B20}" dt="2025-06-25T09:09:12.442" v="58" actId="1076"/>
        <pc:sldMkLst>
          <pc:docMk/>
          <pc:sldMk cId="2854140181" sldId="278"/>
        </pc:sldMkLst>
        <pc:spChg chg="mod">
          <ac:chgData name="Darii, Nicolae" userId="e7d42a24-fdb3-494b-94cf-83df6804dc51" providerId="ADAL" clId="{61E8BB6A-5FCF-403A-90DE-4B3CC3261B20}" dt="2025-06-25T09:09:12.442" v="58" actId="1076"/>
          <ac:spMkLst>
            <pc:docMk/>
            <pc:sldMk cId="2854140181" sldId="278"/>
            <ac:spMk id="2" creationId="{C08E9F9E-486B-6B3F-B3D1-0122C43288EC}"/>
          </ac:spMkLst>
        </pc:spChg>
        <pc:spChg chg="del">
          <ac:chgData name="Darii, Nicolae" userId="e7d42a24-fdb3-494b-94cf-83df6804dc51" providerId="ADAL" clId="{61E8BB6A-5FCF-403A-90DE-4B3CC3261B20}" dt="2025-06-25T09:09:06.201" v="55" actId="478"/>
          <ac:spMkLst>
            <pc:docMk/>
            <pc:sldMk cId="2854140181" sldId="278"/>
            <ac:spMk id="3" creationId="{9B03F192-A4CD-EC1C-7226-4322A74ADC59}"/>
          </ac:spMkLst>
        </pc:spChg>
      </pc:sldChg>
      <pc:sldChg chg="addSp delSp modSp new mod">
        <pc:chgData name="Darii, Nicolae" userId="e7d42a24-fdb3-494b-94cf-83df6804dc51" providerId="ADAL" clId="{61E8BB6A-5FCF-403A-90DE-4B3CC3261B20}" dt="2025-06-25T09:29:53.004" v="359" actId="20577"/>
        <pc:sldMkLst>
          <pc:docMk/>
          <pc:sldMk cId="192884956" sldId="279"/>
        </pc:sldMkLst>
        <pc:spChg chg="del">
          <ac:chgData name="Darii, Nicolae" userId="e7d42a24-fdb3-494b-94cf-83df6804dc51" providerId="ADAL" clId="{61E8BB6A-5FCF-403A-90DE-4B3CC3261B20}" dt="2025-06-25T09:09:18.901" v="60" actId="478"/>
          <ac:spMkLst>
            <pc:docMk/>
            <pc:sldMk cId="192884956" sldId="279"/>
            <ac:spMk id="2" creationId="{31D2C8AB-B73C-F00C-770C-1738894B207B}"/>
          </ac:spMkLst>
        </pc:spChg>
        <pc:spChg chg="del">
          <ac:chgData name="Darii, Nicolae" userId="e7d42a24-fdb3-494b-94cf-83df6804dc51" providerId="ADAL" clId="{61E8BB6A-5FCF-403A-90DE-4B3CC3261B20}" dt="2025-06-25T09:09:22.107" v="61" actId="478"/>
          <ac:spMkLst>
            <pc:docMk/>
            <pc:sldMk cId="192884956" sldId="279"/>
            <ac:spMk id="3" creationId="{63DB407B-D343-1894-1725-CF7440F2E957}"/>
          </ac:spMkLst>
        </pc:spChg>
        <pc:spChg chg="add mod">
          <ac:chgData name="Darii, Nicolae" userId="e7d42a24-fdb3-494b-94cf-83df6804dc51" providerId="ADAL" clId="{61E8BB6A-5FCF-403A-90DE-4B3CC3261B20}" dt="2025-06-25T09:29:53.004" v="359" actId="20577"/>
          <ac:spMkLst>
            <pc:docMk/>
            <pc:sldMk cId="192884956" sldId="279"/>
            <ac:spMk id="6" creationId="{026DB905-ED39-6938-0C17-C70E90970A36}"/>
          </ac:spMkLst>
        </pc:spChg>
        <pc:spChg chg="add mod">
          <ac:chgData name="Darii, Nicolae" userId="e7d42a24-fdb3-494b-94cf-83df6804dc51" providerId="ADAL" clId="{61E8BB6A-5FCF-403A-90DE-4B3CC3261B20}" dt="2025-06-25T09:29:42.272" v="355" actId="1076"/>
          <ac:spMkLst>
            <pc:docMk/>
            <pc:sldMk cId="192884956" sldId="279"/>
            <ac:spMk id="15" creationId="{3DBE6338-7E29-A0A2-8AEC-CF33E23A644A}"/>
          </ac:spMkLst>
        </pc:spChg>
        <pc:spChg chg="add mod">
          <ac:chgData name="Darii, Nicolae" userId="e7d42a24-fdb3-494b-94cf-83df6804dc51" providerId="ADAL" clId="{61E8BB6A-5FCF-403A-90DE-4B3CC3261B20}" dt="2025-06-25T09:29:48.024" v="356" actId="1076"/>
          <ac:spMkLst>
            <pc:docMk/>
            <pc:sldMk cId="192884956" sldId="279"/>
            <ac:spMk id="16" creationId="{2ABF70D9-432F-BA00-309E-71F9D8AE2379}"/>
          </ac:spMkLst>
        </pc:spChg>
        <pc:spChg chg="add mod">
          <ac:chgData name="Darii, Nicolae" userId="e7d42a24-fdb3-494b-94cf-83df6804dc51" providerId="ADAL" clId="{61E8BB6A-5FCF-403A-90DE-4B3CC3261B20}" dt="2025-06-25T09:29:42.272" v="355" actId="1076"/>
          <ac:spMkLst>
            <pc:docMk/>
            <pc:sldMk cId="192884956" sldId="279"/>
            <ac:spMk id="20" creationId="{B7D525B6-1E5A-6D8E-6C24-DD7E7CEBDE35}"/>
          </ac:spMkLst>
        </pc:spChg>
        <pc:spChg chg="add mod">
          <ac:chgData name="Darii, Nicolae" userId="e7d42a24-fdb3-494b-94cf-83df6804dc51" providerId="ADAL" clId="{61E8BB6A-5FCF-403A-90DE-4B3CC3261B20}" dt="2025-06-25T09:29:48.024" v="356" actId="1076"/>
          <ac:spMkLst>
            <pc:docMk/>
            <pc:sldMk cId="192884956" sldId="279"/>
            <ac:spMk id="21" creationId="{812E793B-8797-4A2D-8516-C736B439CF19}"/>
          </ac:spMkLst>
        </pc:spChg>
        <pc:spChg chg="add del mod">
          <ac:chgData name="Darii, Nicolae" userId="e7d42a24-fdb3-494b-94cf-83df6804dc51" providerId="ADAL" clId="{61E8BB6A-5FCF-403A-90DE-4B3CC3261B20}" dt="2025-06-25T09:29:18.385" v="348" actId="478"/>
          <ac:spMkLst>
            <pc:docMk/>
            <pc:sldMk cId="192884956" sldId="279"/>
            <ac:spMk id="27" creationId="{F3B58A99-8FBF-590F-7F5A-330F57376666}"/>
          </ac:spMkLst>
        </pc:spChg>
        <pc:spChg chg="add del mod">
          <ac:chgData name="Darii, Nicolae" userId="e7d42a24-fdb3-494b-94cf-83df6804dc51" providerId="ADAL" clId="{61E8BB6A-5FCF-403A-90DE-4B3CC3261B20}" dt="2025-06-25T09:29:26.616" v="353" actId="478"/>
          <ac:spMkLst>
            <pc:docMk/>
            <pc:sldMk cId="192884956" sldId="279"/>
            <ac:spMk id="28" creationId="{B6B63418-2728-583C-AF22-F7EC9AFA70E7}"/>
          </ac:spMkLst>
        </pc:spChg>
        <pc:picChg chg="add del mod modCrop">
          <ac:chgData name="Darii, Nicolae" userId="e7d42a24-fdb3-494b-94cf-83df6804dc51" providerId="ADAL" clId="{61E8BB6A-5FCF-403A-90DE-4B3CC3261B20}" dt="2025-06-25T09:13:56.359" v="128" actId="478"/>
          <ac:picMkLst>
            <pc:docMk/>
            <pc:sldMk cId="192884956" sldId="279"/>
            <ac:picMk id="5" creationId="{46882B99-A004-F69B-017C-126A02DCFE38}"/>
          </ac:picMkLst>
        </pc:picChg>
        <pc:picChg chg="add del mod">
          <ac:chgData name="Darii, Nicolae" userId="e7d42a24-fdb3-494b-94cf-83df6804dc51" providerId="ADAL" clId="{61E8BB6A-5FCF-403A-90DE-4B3CC3261B20}" dt="2025-06-25T09:29:16.942" v="347" actId="478"/>
          <ac:picMkLst>
            <pc:docMk/>
            <pc:sldMk cId="192884956" sldId="279"/>
            <ac:picMk id="8" creationId="{6C2F6F57-ECC0-E792-244D-17A7EEEB448E}"/>
          </ac:picMkLst>
        </pc:picChg>
        <pc:picChg chg="add mod">
          <ac:chgData name="Darii, Nicolae" userId="e7d42a24-fdb3-494b-94cf-83df6804dc51" providerId="ADAL" clId="{61E8BB6A-5FCF-403A-90DE-4B3CC3261B20}" dt="2025-06-25T09:29:42.272" v="355" actId="1076"/>
          <ac:picMkLst>
            <pc:docMk/>
            <pc:sldMk cId="192884956" sldId="279"/>
            <ac:picMk id="10" creationId="{F253FF70-3A45-CF54-E565-0121A0FB60E5}"/>
          </ac:picMkLst>
        </pc:picChg>
        <pc:picChg chg="add mod">
          <ac:chgData name="Darii, Nicolae" userId="e7d42a24-fdb3-494b-94cf-83df6804dc51" providerId="ADAL" clId="{61E8BB6A-5FCF-403A-90DE-4B3CC3261B20}" dt="2025-06-25T09:29:48.024" v="356" actId="1076"/>
          <ac:picMkLst>
            <pc:docMk/>
            <pc:sldMk cId="192884956" sldId="279"/>
            <ac:picMk id="12" creationId="{D83FF04E-89C9-C77D-AF7B-28AA5A26D74F}"/>
          </ac:picMkLst>
        </pc:picChg>
        <pc:picChg chg="add del mod">
          <ac:chgData name="Darii, Nicolae" userId="e7d42a24-fdb3-494b-94cf-83df6804dc51" providerId="ADAL" clId="{61E8BB6A-5FCF-403A-90DE-4B3CC3261B20}" dt="2025-06-25T09:29:23.390" v="352" actId="478"/>
          <ac:picMkLst>
            <pc:docMk/>
            <pc:sldMk cId="192884956" sldId="279"/>
            <ac:picMk id="14" creationId="{B58C7F28-486E-70E0-3A3C-9532D145A1DB}"/>
          </ac:picMkLst>
        </pc:picChg>
        <pc:cxnChg chg="add mod">
          <ac:chgData name="Darii, Nicolae" userId="e7d42a24-fdb3-494b-94cf-83df6804dc51" providerId="ADAL" clId="{61E8BB6A-5FCF-403A-90DE-4B3CC3261B20}" dt="2025-06-25T09:29:42.272" v="355" actId="1076"/>
          <ac:cxnSpMkLst>
            <pc:docMk/>
            <pc:sldMk cId="192884956" sldId="279"/>
            <ac:cxnSpMk id="18" creationId="{2F2C01A9-304D-289D-DBB8-B7D499080F03}"/>
          </ac:cxnSpMkLst>
        </pc:cxnChg>
        <pc:cxnChg chg="add mod">
          <ac:chgData name="Darii, Nicolae" userId="e7d42a24-fdb3-494b-94cf-83df6804dc51" providerId="ADAL" clId="{61E8BB6A-5FCF-403A-90DE-4B3CC3261B20}" dt="2025-06-25T09:29:48.024" v="356" actId="1076"/>
          <ac:cxnSpMkLst>
            <pc:docMk/>
            <pc:sldMk cId="192884956" sldId="279"/>
            <ac:cxnSpMk id="22" creationId="{69DEE11A-84A0-2267-AC37-CFDC2826C27F}"/>
          </ac:cxnSpMkLst>
        </pc:cxnChg>
        <pc:cxnChg chg="add del mod">
          <ac:chgData name="Darii, Nicolae" userId="e7d42a24-fdb3-494b-94cf-83df6804dc51" providerId="ADAL" clId="{61E8BB6A-5FCF-403A-90DE-4B3CC3261B20}" dt="2025-06-25T09:29:19.336" v="349" actId="478"/>
          <ac:cxnSpMkLst>
            <pc:docMk/>
            <pc:sldMk cId="192884956" sldId="279"/>
            <ac:cxnSpMk id="26" creationId="{2C725EE7-E790-D7DF-3B92-65BB2CC75EF9}"/>
          </ac:cxnSpMkLst>
        </pc:cxnChg>
        <pc:cxnChg chg="add del mod">
          <ac:chgData name="Darii, Nicolae" userId="e7d42a24-fdb3-494b-94cf-83df6804dc51" providerId="ADAL" clId="{61E8BB6A-5FCF-403A-90DE-4B3CC3261B20}" dt="2025-06-25T09:29:26.616" v="353" actId="478"/>
          <ac:cxnSpMkLst>
            <pc:docMk/>
            <pc:sldMk cId="192884956" sldId="279"/>
            <ac:cxnSpMk id="29" creationId="{0729CACB-8799-F492-983D-882831CE12AC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16BFFD-CB63-47F6-9A28-E6E3D7C8A4B6}" type="doc">
      <dgm:prSet loTypeId="urn:microsoft.com/office/officeart/2005/8/layout/cycle5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E7D27C3A-E362-4DDF-92CB-3C1526994C0F}">
      <dgm:prSet phldrT="[Text]"/>
      <dgm:spPr/>
      <dgm:t>
        <a:bodyPr/>
        <a:lstStyle/>
        <a:p>
          <a:r>
            <a:rPr lang="da-DK" dirty="0" err="1"/>
            <a:t>Matlab</a:t>
          </a:r>
          <a:r>
            <a:rPr lang="da-DK" dirty="0"/>
            <a:t> </a:t>
          </a:r>
          <a:r>
            <a:rPr lang="da-DK" dirty="0" err="1"/>
            <a:t>scritp</a:t>
          </a:r>
          <a:r>
            <a:rPr lang="da-DK" dirty="0"/>
            <a:t> for tuning</a:t>
          </a:r>
          <a:endParaRPr lang="en-US" dirty="0"/>
        </a:p>
      </dgm:t>
    </dgm:pt>
    <dgm:pt modelId="{EC6DE912-4518-48BE-8D9E-AC82B86ECA21}" type="parTrans" cxnId="{673A5582-10E8-4865-BB3C-AA2B1BF449BA}">
      <dgm:prSet/>
      <dgm:spPr/>
      <dgm:t>
        <a:bodyPr/>
        <a:lstStyle/>
        <a:p>
          <a:endParaRPr lang="en-US"/>
        </a:p>
      </dgm:t>
    </dgm:pt>
    <dgm:pt modelId="{18D6F591-6BB6-43FE-8D23-C4EF4412A868}" type="sibTrans" cxnId="{673A5582-10E8-4865-BB3C-AA2B1BF449BA}">
      <dgm:prSet/>
      <dgm:spPr/>
      <dgm:t>
        <a:bodyPr/>
        <a:lstStyle/>
        <a:p>
          <a:endParaRPr lang="en-US"/>
        </a:p>
      </dgm:t>
    </dgm:pt>
    <dgm:pt modelId="{FB72E974-8FD0-4936-93E9-98AE76060EC0}">
      <dgm:prSet phldrT="[Text]"/>
      <dgm:spPr/>
      <dgm:t>
        <a:bodyPr/>
        <a:lstStyle/>
        <a:p>
          <a:r>
            <a:rPr lang="da-DK" dirty="0" err="1"/>
            <a:t>Validation</a:t>
          </a:r>
          <a:r>
            <a:rPr lang="da-DK" dirty="0"/>
            <a:t> in </a:t>
          </a:r>
          <a:r>
            <a:rPr lang="da-DK" dirty="0" err="1"/>
            <a:t>Simulink</a:t>
          </a:r>
          <a:endParaRPr lang="en-US" dirty="0"/>
        </a:p>
      </dgm:t>
    </dgm:pt>
    <dgm:pt modelId="{3A23C29E-17E2-4157-A63A-131C8B6AE432}" type="parTrans" cxnId="{9BF6A972-3E96-4D62-92EC-7452532FFDD8}">
      <dgm:prSet/>
      <dgm:spPr/>
      <dgm:t>
        <a:bodyPr/>
        <a:lstStyle/>
        <a:p>
          <a:endParaRPr lang="en-US"/>
        </a:p>
      </dgm:t>
    </dgm:pt>
    <dgm:pt modelId="{B9C9F63A-F28E-4E86-9E59-45DEEA469C24}" type="sibTrans" cxnId="{9BF6A972-3E96-4D62-92EC-7452532FFDD8}">
      <dgm:prSet/>
      <dgm:spPr/>
      <dgm:t>
        <a:bodyPr/>
        <a:lstStyle/>
        <a:p>
          <a:endParaRPr lang="en-US"/>
        </a:p>
      </dgm:t>
    </dgm:pt>
    <dgm:pt modelId="{D2E388FD-F098-41C5-901C-5EAFB2EC4941}">
      <dgm:prSet phldrT="[Text]"/>
      <dgm:spPr/>
      <dgm:t>
        <a:bodyPr/>
        <a:lstStyle/>
        <a:p>
          <a:r>
            <a:rPr lang="da-DK" dirty="0"/>
            <a:t>Upload </a:t>
          </a:r>
          <a:r>
            <a:rPr lang="da-DK" dirty="0" err="1"/>
            <a:t>values</a:t>
          </a:r>
          <a:r>
            <a:rPr lang="da-DK" dirty="0"/>
            <a:t> in an Excel file</a:t>
          </a:r>
          <a:endParaRPr lang="en-US" dirty="0"/>
        </a:p>
      </dgm:t>
    </dgm:pt>
    <dgm:pt modelId="{6B92CE76-9269-488C-B8C4-6055206F5E5C}" type="parTrans" cxnId="{482005F9-B5A1-479D-8E71-BF152354290E}">
      <dgm:prSet/>
      <dgm:spPr/>
      <dgm:t>
        <a:bodyPr/>
        <a:lstStyle/>
        <a:p>
          <a:endParaRPr lang="en-US"/>
        </a:p>
      </dgm:t>
    </dgm:pt>
    <dgm:pt modelId="{F1D7A125-9BCB-4446-8729-D536809F347E}" type="sibTrans" cxnId="{482005F9-B5A1-479D-8E71-BF152354290E}">
      <dgm:prSet/>
      <dgm:spPr/>
      <dgm:t>
        <a:bodyPr/>
        <a:lstStyle/>
        <a:p>
          <a:endParaRPr lang="en-US"/>
        </a:p>
      </dgm:t>
    </dgm:pt>
    <dgm:pt modelId="{7953E4D4-E756-40ED-A26A-3FAA63BAD1AD}">
      <dgm:prSet phldrT="[Text]"/>
      <dgm:spPr/>
      <dgm:t>
        <a:bodyPr/>
        <a:lstStyle/>
        <a:p>
          <a:r>
            <a:rPr lang="da-DK" dirty="0"/>
            <a:t>Run the PSCAD </a:t>
          </a:r>
          <a:r>
            <a:rPr lang="da-DK" dirty="0" err="1"/>
            <a:t>validation</a:t>
          </a:r>
          <a:r>
            <a:rPr lang="da-DK" dirty="0"/>
            <a:t> with the </a:t>
          </a:r>
          <a:r>
            <a:rPr lang="da-DK" dirty="0" err="1"/>
            <a:t>values</a:t>
          </a:r>
          <a:r>
            <a:rPr lang="da-DK" dirty="0"/>
            <a:t> from the Excel file</a:t>
          </a:r>
          <a:endParaRPr lang="en-US" dirty="0"/>
        </a:p>
      </dgm:t>
    </dgm:pt>
    <dgm:pt modelId="{43508F04-A7D1-4BD7-9E9F-0C4DA8A1D6A9}" type="parTrans" cxnId="{A5DC9FD4-0756-4511-B894-E71DC93551A7}">
      <dgm:prSet/>
      <dgm:spPr/>
      <dgm:t>
        <a:bodyPr/>
        <a:lstStyle/>
        <a:p>
          <a:endParaRPr lang="en-US"/>
        </a:p>
      </dgm:t>
    </dgm:pt>
    <dgm:pt modelId="{4F32F4C4-6B56-48A9-9DCD-BAD8DC4B5EEF}" type="sibTrans" cxnId="{A5DC9FD4-0756-4511-B894-E71DC93551A7}">
      <dgm:prSet/>
      <dgm:spPr/>
      <dgm:t>
        <a:bodyPr/>
        <a:lstStyle/>
        <a:p>
          <a:endParaRPr lang="en-US"/>
        </a:p>
      </dgm:t>
    </dgm:pt>
    <dgm:pt modelId="{82BCFDD4-4FE5-49FB-A820-0622134CCA94}">
      <dgm:prSet phldrT="[Text]"/>
      <dgm:spPr/>
      <dgm:t>
        <a:bodyPr/>
        <a:lstStyle/>
        <a:p>
          <a:r>
            <a:rPr lang="da-DK" dirty="0"/>
            <a:t>Excel file with nominal </a:t>
          </a:r>
          <a:r>
            <a:rPr lang="da-DK" dirty="0" err="1"/>
            <a:t>values</a:t>
          </a:r>
          <a:r>
            <a:rPr lang="da-DK" dirty="0"/>
            <a:t> </a:t>
          </a:r>
          <a:endParaRPr lang="en-US" dirty="0"/>
        </a:p>
      </dgm:t>
    </dgm:pt>
    <dgm:pt modelId="{B1CF9FB3-7E58-4101-ACDE-5BDC939474F1}" type="parTrans" cxnId="{2C2A424D-BF40-468C-BD2F-976334ED3F11}">
      <dgm:prSet/>
      <dgm:spPr/>
      <dgm:t>
        <a:bodyPr/>
        <a:lstStyle/>
        <a:p>
          <a:endParaRPr lang="en-US"/>
        </a:p>
      </dgm:t>
    </dgm:pt>
    <dgm:pt modelId="{4760EB5D-59DC-49BC-A28C-4E66F870F3BD}" type="sibTrans" cxnId="{2C2A424D-BF40-468C-BD2F-976334ED3F11}">
      <dgm:prSet/>
      <dgm:spPr/>
      <dgm:t>
        <a:bodyPr/>
        <a:lstStyle/>
        <a:p>
          <a:endParaRPr lang="en-US"/>
        </a:p>
      </dgm:t>
    </dgm:pt>
    <dgm:pt modelId="{B11FA4E9-1697-47FF-B4D2-C6B8ECCE5F16}" type="pres">
      <dgm:prSet presAssocID="{AD16BFFD-CB63-47F6-9A28-E6E3D7C8A4B6}" presName="cycle" presStyleCnt="0">
        <dgm:presLayoutVars>
          <dgm:dir/>
          <dgm:resizeHandles val="exact"/>
        </dgm:presLayoutVars>
      </dgm:prSet>
      <dgm:spPr/>
    </dgm:pt>
    <dgm:pt modelId="{B7A661B9-4126-4276-BB8A-D290301E25C1}" type="pres">
      <dgm:prSet presAssocID="{E7D27C3A-E362-4DDF-92CB-3C1526994C0F}" presName="node" presStyleLbl="node1" presStyleIdx="0" presStyleCnt="5">
        <dgm:presLayoutVars>
          <dgm:bulletEnabled val="1"/>
        </dgm:presLayoutVars>
      </dgm:prSet>
      <dgm:spPr/>
    </dgm:pt>
    <dgm:pt modelId="{90E15522-566D-465A-B298-32340F823F52}" type="pres">
      <dgm:prSet presAssocID="{E7D27C3A-E362-4DDF-92CB-3C1526994C0F}" presName="spNode" presStyleCnt="0"/>
      <dgm:spPr/>
    </dgm:pt>
    <dgm:pt modelId="{0DED5EFA-943E-4509-91DC-644BC63B73BA}" type="pres">
      <dgm:prSet presAssocID="{18D6F591-6BB6-43FE-8D23-C4EF4412A868}" presName="sibTrans" presStyleLbl="sibTrans1D1" presStyleIdx="0" presStyleCnt="5"/>
      <dgm:spPr/>
    </dgm:pt>
    <dgm:pt modelId="{D96EFEF0-8631-470D-AB23-532F5446DD4E}" type="pres">
      <dgm:prSet presAssocID="{FB72E974-8FD0-4936-93E9-98AE76060EC0}" presName="node" presStyleLbl="node1" presStyleIdx="1" presStyleCnt="5">
        <dgm:presLayoutVars>
          <dgm:bulletEnabled val="1"/>
        </dgm:presLayoutVars>
      </dgm:prSet>
      <dgm:spPr/>
    </dgm:pt>
    <dgm:pt modelId="{D70E3179-9397-4F98-8EE0-CE46DEFB6181}" type="pres">
      <dgm:prSet presAssocID="{FB72E974-8FD0-4936-93E9-98AE76060EC0}" presName="spNode" presStyleCnt="0"/>
      <dgm:spPr/>
    </dgm:pt>
    <dgm:pt modelId="{057AE433-E91C-4FF3-939C-026C695FB9ED}" type="pres">
      <dgm:prSet presAssocID="{B9C9F63A-F28E-4E86-9E59-45DEEA469C24}" presName="sibTrans" presStyleLbl="sibTrans1D1" presStyleIdx="1" presStyleCnt="5"/>
      <dgm:spPr/>
    </dgm:pt>
    <dgm:pt modelId="{AFF70FD4-503D-4173-92FD-ADAD25D58165}" type="pres">
      <dgm:prSet presAssocID="{D2E388FD-F098-41C5-901C-5EAFB2EC4941}" presName="node" presStyleLbl="node1" presStyleIdx="2" presStyleCnt="5">
        <dgm:presLayoutVars>
          <dgm:bulletEnabled val="1"/>
        </dgm:presLayoutVars>
      </dgm:prSet>
      <dgm:spPr/>
    </dgm:pt>
    <dgm:pt modelId="{E47A158F-14D6-48D2-B4DC-A711D80802EF}" type="pres">
      <dgm:prSet presAssocID="{D2E388FD-F098-41C5-901C-5EAFB2EC4941}" presName="spNode" presStyleCnt="0"/>
      <dgm:spPr/>
    </dgm:pt>
    <dgm:pt modelId="{B9DE38B6-C39F-436C-AAD6-928018A00C1D}" type="pres">
      <dgm:prSet presAssocID="{F1D7A125-9BCB-4446-8729-D536809F347E}" presName="sibTrans" presStyleLbl="sibTrans1D1" presStyleIdx="2" presStyleCnt="5"/>
      <dgm:spPr/>
    </dgm:pt>
    <dgm:pt modelId="{B0A355CD-E449-46E6-8EDD-7C583ADF5355}" type="pres">
      <dgm:prSet presAssocID="{7953E4D4-E756-40ED-A26A-3FAA63BAD1AD}" presName="node" presStyleLbl="node1" presStyleIdx="3" presStyleCnt="5">
        <dgm:presLayoutVars>
          <dgm:bulletEnabled val="1"/>
        </dgm:presLayoutVars>
      </dgm:prSet>
      <dgm:spPr/>
    </dgm:pt>
    <dgm:pt modelId="{A6BDFD3B-67E7-4E33-89FE-3F97227D4002}" type="pres">
      <dgm:prSet presAssocID="{7953E4D4-E756-40ED-A26A-3FAA63BAD1AD}" presName="spNode" presStyleCnt="0"/>
      <dgm:spPr/>
    </dgm:pt>
    <dgm:pt modelId="{E72A5F3F-D412-40F1-80CE-C41222899450}" type="pres">
      <dgm:prSet presAssocID="{4F32F4C4-6B56-48A9-9DCD-BAD8DC4B5EEF}" presName="sibTrans" presStyleLbl="sibTrans1D1" presStyleIdx="3" presStyleCnt="5"/>
      <dgm:spPr/>
    </dgm:pt>
    <dgm:pt modelId="{E3871284-65CE-464E-9B2D-FB869E8217B4}" type="pres">
      <dgm:prSet presAssocID="{82BCFDD4-4FE5-49FB-A820-0622134CCA94}" presName="node" presStyleLbl="node1" presStyleIdx="4" presStyleCnt="5">
        <dgm:presLayoutVars>
          <dgm:bulletEnabled val="1"/>
        </dgm:presLayoutVars>
      </dgm:prSet>
      <dgm:spPr/>
    </dgm:pt>
    <dgm:pt modelId="{16D4C676-746A-406C-8C73-574031061FC3}" type="pres">
      <dgm:prSet presAssocID="{82BCFDD4-4FE5-49FB-A820-0622134CCA94}" presName="spNode" presStyleCnt="0"/>
      <dgm:spPr/>
    </dgm:pt>
    <dgm:pt modelId="{B8827546-2956-417D-BFA2-48D8ADE431FB}" type="pres">
      <dgm:prSet presAssocID="{4760EB5D-59DC-49BC-A28C-4E66F870F3BD}" presName="sibTrans" presStyleLbl="sibTrans1D1" presStyleIdx="4" presStyleCnt="5"/>
      <dgm:spPr/>
    </dgm:pt>
  </dgm:ptLst>
  <dgm:cxnLst>
    <dgm:cxn modelId="{A04BD610-0B22-4A30-9730-6F604D5DCE20}" type="presOf" srcId="{F1D7A125-9BCB-4446-8729-D536809F347E}" destId="{B9DE38B6-C39F-436C-AAD6-928018A00C1D}" srcOrd="0" destOrd="0" presId="urn:microsoft.com/office/officeart/2005/8/layout/cycle5"/>
    <dgm:cxn modelId="{B744AB62-DDB4-4CB5-8DFD-1C97A71CDA77}" type="presOf" srcId="{82BCFDD4-4FE5-49FB-A820-0622134CCA94}" destId="{E3871284-65CE-464E-9B2D-FB869E8217B4}" srcOrd="0" destOrd="0" presId="urn:microsoft.com/office/officeart/2005/8/layout/cycle5"/>
    <dgm:cxn modelId="{2C2A424D-BF40-468C-BD2F-976334ED3F11}" srcId="{AD16BFFD-CB63-47F6-9A28-E6E3D7C8A4B6}" destId="{82BCFDD4-4FE5-49FB-A820-0622134CCA94}" srcOrd="4" destOrd="0" parTransId="{B1CF9FB3-7E58-4101-ACDE-5BDC939474F1}" sibTransId="{4760EB5D-59DC-49BC-A28C-4E66F870F3BD}"/>
    <dgm:cxn modelId="{9BF6A972-3E96-4D62-92EC-7452532FFDD8}" srcId="{AD16BFFD-CB63-47F6-9A28-E6E3D7C8A4B6}" destId="{FB72E974-8FD0-4936-93E9-98AE76060EC0}" srcOrd="1" destOrd="0" parTransId="{3A23C29E-17E2-4157-A63A-131C8B6AE432}" sibTransId="{B9C9F63A-F28E-4E86-9E59-45DEEA469C24}"/>
    <dgm:cxn modelId="{A952527A-F3D0-4718-B8EA-AD5B9E6A88BB}" type="presOf" srcId="{FB72E974-8FD0-4936-93E9-98AE76060EC0}" destId="{D96EFEF0-8631-470D-AB23-532F5446DD4E}" srcOrd="0" destOrd="0" presId="urn:microsoft.com/office/officeart/2005/8/layout/cycle5"/>
    <dgm:cxn modelId="{7C425A7B-DA02-4C0E-BC7C-4E1574C64B77}" type="presOf" srcId="{4F32F4C4-6B56-48A9-9DCD-BAD8DC4B5EEF}" destId="{E72A5F3F-D412-40F1-80CE-C41222899450}" srcOrd="0" destOrd="0" presId="urn:microsoft.com/office/officeart/2005/8/layout/cycle5"/>
    <dgm:cxn modelId="{A2BAD381-4FF0-4D66-A61A-79045900F546}" type="presOf" srcId="{E7D27C3A-E362-4DDF-92CB-3C1526994C0F}" destId="{B7A661B9-4126-4276-BB8A-D290301E25C1}" srcOrd="0" destOrd="0" presId="urn:microsoft.com/office/officeart/2005/8/layout/cycle5"/>
    <dgm:cxn modelId="{673A5582-10E8-4865-BB3C-AA2B1BF449BA}" srcId="{AD16BFFD-CB63-47F6-9A28-E6E3D7C8A4B6}" destId="{E7D27C3A-E362-4DDF-92CB-3C1526994C0F}" srcOrd="0" destOrd="0" parTransId="{EC6DE912-4518-48BE-8D9E-AC82B86ECA21}" sibTransId="{18D6F591-6BB6-43FE-8D23-C4EF4412A868}"/>
    <dgm:cxn modelId="{2BFC11A1-9D09-4CFA-9F37-7761396C3C7F}" type="presOf" srcId="{AD16BFFD-CB63-47F6-9A28-E6E3D7C8A4B6}" destId="{B11FA4E9-1697-47FF-B4D2-C6B8ECCE5F16}" srcOrd="0" destOrd="0" presId="urn:microsoft.com/office/officeart/2005/8/layout/cycle5"/>
    <dgm:cxn modelId="{A5DC9FD4-0756-4511-B894-E71DC93551A7}" srcId="{AD16BFFD-CB63-47F6-9A28-E6E3D7C8A4B6}" destId="{7953E4D4-E756-40ED-A26A-3FAA63BAD1AD}" srcOrd="3" destOrd="0" parTransId="{43508F04-A7D1-4BD7-9E9F-0C4DA8A1D6A9}" sibTransId="{4F32F4C4-6B56-48A9-9DCD-BAD8DC4B5EEF}"/>
    <dgm:cxn modelId="{2EB2C7DA-DA7F-4277-95CF-4FED2F83CFD9}" type="presOf" srcId="{B9C9F63A-F28E-4E86-9E59-45DEEA469C24}" destId="{057AE433-E91C-4FF3-939C-026C695FB9ED}" srcOrd="0" destOrd="0" presId="urn:microsoft.com/office/officeart/2005/8/layout/cycle5"/>
    <dgm:cxn modelId="{776ECFDC-978E-4C8B-8962-815C5033E9CD}" type="presOf" srcId="{18D6F591-6BB6-43FE-8D23-C4EF4412A868}" destId="{0DED5EFA-943E-4509-91DC-644BC63B73BA}" srcOrd="0" destOrd="0" presId="urn:microsoft.com/office/officeart/2005/8/layout/cycle5"/>
    <dgm:cxn modelId="{D6CF48E6-5A3E-4DDA-9915-0C13C252E41D}" type="presOf" srcId="{7953E4D4-E756-40ED-A26A-3FAA63BAD1AD}" destId="{B0A355CD-E449-46E6-8EDD-7C583ADF5355}" srcOrd="0" destOrd="0" presId="urn:microsoft.com/office/officeart/2005/8/layout/cycle5"/>
    <dgm:cxn modelId="{A73514F2-C703-4658-B4D2-758CB24F5CCE}" type="presOf" srcId="{D2E388FD-F098-41C5-901C-5EAFB2EC4941}" destId="{AFF70FD4-503D-4173-92FD-ADAD25D58165}" srcOrd="0" destOrd="0" presId="urn:microsoft.com/office/officeart/2005/8/layout/cycle5"/>
    <dgm:cxn modelId="{68A304F4-EF80-4715-900D-202782EAE994}" type="presOf" srcId="{4760EB5D-59DC-49BC-A28C-4E66F870F3BD}" destId="{B8827546-2956-417D-BFA2-48D8ADE431FB}" srcOrd="0" destOrd="0" presId="urn:microsoft.com/office/officeart/2005/8/layout/cycle5"/>
    <dgm:cxn modelId="{482005F9-B5A1-479D-8E71-BF152354290E}" srcId="{AD16BFFD-CB63-47F6-9A28-E6E3D7C8A4B6}" destId="{D2E388FD-F098-41C5-901C-5EAFB2EC4941}" srcOrd="2" destOrd="0" parTransId="{6B92CE76-9269-488C-B8C4-6055206F5E5C}" sibTransId="{F1D7A125-9BCB-4446-8729-D536809F347E}"/>
    <dgm:cxn modelId="{DE55AD4D-343A-4C27-9838-4776E3D809A0}" type="presParOf" srcId="{B11FA4E9-1697-47FF-B4D2-C6B8ECCE5F16}" destId="{B7A661B9-4126-4276-BB8A-D290301E25C1}" srcOrd="0" destOrd="0" presId="urn:microsoft.com/office/officeart/2005/8/layout/cycle5"/>
    <dgm:cxn modelId="{58C53C4B-4158-4478-9FAD-F913B6973A56}" type="presParOf" srcId="{B11FA4E9-1697-47FF-B4D2-C6B8ECCE5F16}" destId="{90E15522-566D-465A-B298-32340F823F52}" srcOrd="1" destOrd="0" presId="urn:microsoft.com/office/officeart/2005/8/layout/cycle5"/>
    <dgm:cxn modelId="{8F620CFC-18B4-4B06-A1E7-80E34C18CFD9}" type="presParOf" srcId="{B11FA4E9-1697-47FF-B4D2-C6B8ECCE5F16}" destId="{0DED5EFA-943E-4509-91DC-644BC63B73BA}" srcOrd="2" destOrd="0" presId="urn:microsoft.com/office/officeart/2005/8/layout/cycle5"/>
    <dgm:cxn modelId="{FCF9BA86-7656-497F-845D-8CA582224BF8}" type="presParOf" srcId="{B11FA4E9-1697-47FF-B4D2-C6B8ECCE5F16}" destId="{D96EFEF0-8631-470D-AB23-532F5446DD4E}" srcOrd="3" destOrd="0" presId="urn:microsoft.com/office/officeart/2005/8/layout/cycle5"/>
    <dgm:cxn modelId="{F34E5CDD-4A7E-4C84-B766-02A30AB980C7}" type="presParOf" srcId="{B11FA4E9-1697-47FF-B4D2-C6B8ECCE5F16}" destId="{D70E3179-9397-4F98-8EE0-CE46DEFB6181}" srcOrd="4" destOrd="0" presId="urn:microsoft.com/office/officeart/2005/8/layout/cycle5"/>
    <dgm:cxn modelId="{DAE74CFC-6424-4615-88B3-46F86CB697C9}" type="presParOf" srcId="{B11FA4E9-1697-47FF-B4D2-C6B8ECCE5F16}" destId="{057AE433-E91C-4FF3-939C-026C695FB9ED}" srcOrd="5" destOrd="0" presId="urn:microsoft.com/office/officeart/2005/8/layout/cycle5"/>
    <dgm:cxn modelId="{ED9783A8-ACF0-4B28-8FDF-1573B56B73B3}" type="presParOf" srcId="{B11FA4E9-1697-47FF-B4D2-C6B8ECCE5F16}" destId="{AFF70FD4-503D-4173-92FD-ADAD25D58165}" srcOrd="6" destOrd="0" presId="urn:microsoft.com/office/officeart/2005/8/layout/cycle5"/>
    <dgm:cxn modelId="{06D83C64-D574-407C-BC12-BD667B1F6BBB}" type="presParOf" srcId="{B11FA4E9-1697-47FF-B4D2-C6B8ECCE5F16}" destId="{E47A158F-14D6-48D2-B4DC-A711D80802EF}" srcOrd="7" destOrd="0" presId="urn:microsoft.com/office/officeart/2005/8/layout/cycle5"/>
    <dgm:cxn modelId="{FED5C4D5-6E60-40E0-B12B-CD9D759F9824}" type="presParOf" srcId="{B11FA4E9-1697-47FF-B4D2-C6B8ECCE5F16}" destId="{B9DE38B6-C39F-436C-AAD6-928018A00C1D}" srcOrd="8" destOrd="0" presId="urn:microsoft.com/office/officeart/2005/8/layout/cycle5"/>
    <dgm:cxn modelId="{612EFACA-CD0D-4949-8DAE-DB81BD963FE0}" type="presParOf" srcId="{B11FA4E9-1697-47FF-B4D2-C6B8ECCE5F16}" destId="{B0A355CD-E449-46E6-8EDD-7C583ADF5355}" srcOrd="9" destOrd="0" presId="urn:microsoft.com/office/officeart/2005/8/layout/cycle5"/>
    <dgm:cxn modelId="{13C5E9F3-EFDF-40F0-871E-9D3376A8D3B0}" type="presParOf" srcId="{B11FA4E9-1697-47FF-B4D2-C6B8ECCE5F16}" destId="{A6BDFD3B-67E7-4E33-89FE-3F97227D4002}" srcOrd="10" destOrd="0" presId="urn:microsoft.com/office/officeart/2005/8/layout/cycle5"/>
    <dgm:cxn modelId="{9C2BCC7D-FBF9-4980-9BAE-48EE167E8C7A}" type="presParOf" srcId="{B11FA4E9-1697-47FF-B4D2-C6B8ECCE5F16}" destId="{E72A5F3F-D412-40F1-80CE-C41222899450}" srcOrd="11" destOrd="0" presId="urn:microsoft.com/office/officeart/2005/8/layout/cycle5"/>
    <dgm:cxn modelId="{E15D6B88-3676-429D-B85D-E4F7EDE8938B}" type="presParOf" srcId="{B11FA4E9-1697-47FF-B4D2-C6B8ECCE5F16}" destId="{E3871284-65CE-464E-9B2D-FB869E8217B4}" srcOrd="12" destOrd="0" presId="urn:microsoft.com/office/officeart/2005/8/layout/cycle5"/>
    <dgm:cxn modelId="{76F52114-1A3C-492C-86D2-2C560798E3E6}" type="presParOf" srcId="{B11FA4E9-1697-47FF-B4D2-C6B8ECCE5F16}" destId="{16D4C676-746A-406C-8C73-574031061FC3}" srcOrd="13" destOrd="0" presId="urn:microsoft.com/office/officeart/2005/8/layout/cycle5"/>
    <dgm:cxn modelId="{62C87531-0D90-4005-B0E9-B8BD01BEE6D5}" type="presParOf" srcId="{B11FA4E9-1697-47FF-B4D2-C6B8ECCE5F16}" destId="{B8827546-2956-417D-BFA2-48D8ADE431FB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A661B9-4126-4276-BB8A-D290301E25C1}">
      <dsp:nvSpPr>
        <dsp:cNvPr id="0" name=""/>
        <dsp:cNvSpPr/>
      </dsp:nvSpPr>
      <dsp:spPr>
        <a:xfrm>
          <a:off x="3174007" y="3160"/>
          <a:ext cx="1779984" cy="115698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kern="1200" dirty="0" err="1"/>
            <a:t>Matlab</a:t>
          </a:r>
          <a:r>
            <a:rPr lang="da-DK" sz="1600" kern="1200" dirty="0"/>
            <a:t> </a:t>
          </a:r>
          <a:r>
            <a:rPr lang="da-DK" sz="1600" kern="1200" dirty="0" err="1"/>
            <a:t>scritp</a:t>
          </a:r>
          <a:r>
            <a:rPr lang="da-DK" sz="1600" kern="1200" dirty="0"/>
            <a:t> for tuning</a:t>
          </a:r>
          <a:endParaRPr lang="en-US" sz="1600" kern="1200" dirty="0"/>
        </a:p>
      </dsp:txBody>
      <dsp:txXfrm>
        <a:off x="3230487" y="59640"/>
        <a:ext cx="1667024" cy="1044029"/>
      </dsp:txXfrm>
    </dsp:sp>
    <dsp:sp modelId="{0DED5EFA-943E-4509-91DC-644BC63B73BA}">
      <dsp:nvSpPr>
        <dsp:cNvPr id="0" name=""/>
        <dsp:cNvSpPr/>
      </dsp:nvSpPr>
      <dsp:spPr>
        <a:xfrm>
          <a:off x="1753873" y="581655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3438230" y="294173"/>
              </a:moveTo>
              <a:arcTo wR="2310126" hR="2310126" stAng="17953853" swAng="1210876"/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6EFEF0-8631-470D-AB23-532F5446DD4E}">
      <dsp:nvSpPr>
        <dsp:cNvPr id="0" name=""/>
        <dsp:cNvSpPr/>
      </dsp:nvSpPr>
      <dsp:spPr>
        <a:xfrm>
          <a:off x="5371068" y="1599418"/>
          <a:ext cx="1779984" cy="1156989"/>
        </a:xfrm>
        <a:prstGeom prst="roundRect">
          <a:avLst/>
        </a:prstGeom>
        <a:solidFill>
          <a:schemeClr val="accent3">
            <a:hueOff val="1029291"/>
            <a:satOff val="6178"/>
            <a:lumOff val="470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kern="1200" dirty="0" err="1"/>
            <a:t>Validation</a:t>
          </a:r>
          <a:r>
            <a:rPr lang="da-DK" sz="1600" kern="1200" dirty="0"/>
            <a:t> in </a:t>
          </a:r>
          <a:r>
            <a:rPr lang="da-DK" sz="1600" kern="1200" dirty="0" err="1"/>
            <a:t>Simulink</a:t>
          </a:r>
          <a:endParaRPr lang="en-US" sz="1600" kern="1200" dirty="0"/>
        </a:p>
      </dsp:txBody>
      <dsp:txXfrm>
        <a:off x="5427548" y="1655898"/>
        <a:ext cx="1667024" cy="1044029"/>
      </dsp:txXfrm>
    </dsp:sp>
    <dsp:sp modelId="{057AE433-E91C-4FF3-939C-026C695FB9ED}">
      <dsp:nvSpPr>
        <dsp:cNvPr id="0" name=""/>
        <dsp:cNvSpPr/>
      </dsp:nvSpPr>
      <dsp:spPr>
        <a:xfrm>
          <a:off x="1753873" y="581655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4614700" y="2470186"/>
              </a:moveTo>
              <a:arcTo wR="2310126" hR="2310126" stAng="21838381" swAng="1359213"/>
            </a:path>
          </a:pathLst>
        </a:custGeom>
        <a:noFill/>
        <a:ln w="12700" cap="flat" cmpd="sng" algn="ctr">
          <a:solidFill>
            <a:schemeClr val="accent3">
              <a:hueOff val="1029291"/>
              <a:satOff val="6178"/>
              <a:lumOff val="470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F70FD4-503D-4173-92FD-ADAD25D58165}">
      <dsp:nvSpPr>
        <dsp:cNvPr id="0" name=""/>
        <dsp:cNvSpPr/>
      </dsp:nvSpPr>
      <dsp:spPr>
        <a:xfrm>
          <a:off x="4531865" y="4182218"/>
          <a:ext cx="1779984" cy="1156989"/>
        </a:xfrm>
        <a:prstGeom prst="roundRect">
          <a:avLst/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kern="1200" dirty="0"/>
            <a:t>Upload </a:t>
          </a:r>
          <a:r>
            <a:rPr lang="da-DK" sz="1600" kern="1200" dirty="0" err="1"/>
            <a:t>values</a:t>
          </a:r>
          <a:r>
            <a:rPr lang="da-DK" sz="1600" kern="1200" dirty="0"/>
            <a:t> in an Excel file</a:t>
          </a:r>
          <a:endParaRPr lang="en-US" sz="1600" kern="1200" dirty="0"/>
        </a:p>
      </dsp:txBody>
      <dsp:txXfrm>
        <a:off x="4588345" y="4238698"/>
        <a:ext cx="1667024" cy="1044029"/>
      </dsp:txXfrm>
    </dsp:sp>
    <dsp:sp modelId="{B9DE38B6-C39F-436C-AAD6-928018A00C1D}">
      <dsp:nvSpPr>
        <dsp:cNvPr id="0" name=""/>
        <dsp:cNvSpPr/>
      </dsp:nvSpPr>
      <dsp:spPr>
        <a:xfrm>
          <a:off x="1753873" y="581655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2593389" y="4602819"/>
              </a:moveTo>
              <a:arcTo wR="2310126" hR="2310126" stAng="4977406" swAng="845189"/>
            </a:path>
          </a:pathLst>
        </a:custGeom>
        <a:noFill/>
        <a:ln w="12700" cap="flat" cmpd="sng" algn="ctr">
          <a:solidFill>
            <a:schemeClr val="accent3">
              <a:hueOff val="2058582"/>
              <a:satOff val="12356"/>
              <a:lumOff val="941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A355CD-E449-46E6-8EDD-7C583ADF5355}">
      <dsp:nvSpPr>
        <dsp:cNvPr id="0" name=""/>
        <dsp:cNvSpPr/>
      </dsp:nvSpPr>
      <dsp:spPr>
        <a:xfrm>
          <a:off x="1816149" y="4182218"/>
          <a:ext cx="1779984" cy="1156989"/>
        </a:xfrm>
        <a:prstGeom prst="roundRect">
          <a:avLst/>
        </a:prstGeom>
        <a:solidFill>
          <a:schemeClr val="accent3">
            <a:hueOff val="3087872"/>
            <a:satOff val="18534"/>
            <a:lumOff val="141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kern="1200" dirty="0"/>
            <a:t>Run the PSCAD </a:t>
          </a:r>
          <a:r>
            <a:rPr lang="da-DK" sz="1600" kern="1200" dirty="0" err="1"/>
            <a:t>validation</a:t>
          </a:r>
          <a:r>
            <a:rPr lang="da-DK" sz="1600" kern="1200" dirty="0"/>
            <a:t> with the </a:t>
          </a:r>
          <a:r>
            <a:rPr lang="da-DK" sz="1600" kern="1200" dirty="0" err="1"/>
            <a:t>values</a:t>
          </a:r>
          <a:r>
            <a:rPr lang="da-DK" sz="1600" kern="1200" dirty="0"/>
            <a:t> from the Excel file</a:t>
          </a:r>
          <a:endParaRPr lang="en-US" sz="1600" kern="1200" dirty="0"/>
        </a:p>
      </dsp:txBody>
      <dsp:txXfrm>
        <a:off x="1872629" y="4238698"/>
        <a:ext cx="1667024" cy="1044029"/>
      </dsp:txXfrm>
    </dsp:sp>
    <dsp:sp modelId="{E72A5F3F-D412-40F1-80CE-C41222899450}">
      <dsp:nvSpPr>
        <dsp:cNvPr id="0" name=""/>
        <dsp:cNvSpPr/>
      </dsp:nvSpPr>
      <dsp:spPr>
        <a:xfrm>
          <a:off x="1753873" y="581655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244996" y="3345463"/>
              </a:moveTo>
              <a:arcTo wR="2310126" hR="2310126" stAng="9202406" swAng="1359213"/>
            </a:path>
          </a:pathLst>
        </a:custGeom>
        <a:noFill/>
        <a:ln w="12700" cap="flat" cmpd="sng" algn="ctr">
          <a:solidFill>
            <a:schemeClr val="accent3">
              <a:hueOff val="3087872"/>
              <a:satOff val="18534"/>
              <a:lumOff val="1411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871284-65CE-464E-9B2D-FB869E8217B4}">
      <dsp:nvSpPr>
        <dsp:cNvPr id="0" name=""/>
        <dsp:cNvSpPr/>
      </dsp:nvSpPr>
      <dsp:spPr>
        <a:xfrm>
          <a:off x="976947" y="1599418"/>
          <a:ext cx="1779984" cy="1156989"/>
        </a:xfrm>
        <a:prstGeom prst="round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kern="1200" dirty="0"/>
            <a:t>Excel file with nominal </a:t>
          </a:r>
          <a:r>
            <a:rPr lang="da-DK" sz="1600" kern="1200" dirty="0" err="1"/>
            <a:t>values</a:t>
          </a:r>
          <a:r>
            <a:rPr lang="da-DK" sz="1600" kern="1200" dirty="0"/>
            <a:t> </a:t>
          </a:r>
          <a:endParaRPr lang="en-US" sz="1600" kern="1200" dirty="0"/>
        </a:p>
      </dsp:txBody>
      <dsp:txXfrm>
        <a:off x="1033427" y="1655898"/>
        <a:ext cx="1667024" cy="1044029"/>
      </dsp:txXfrm>
    </dsp:sp>
    <dsp:sp modelId="{B8827546-2956-417D-BFA2-48D8ADE431FB}">
      <dsp:nvSpPr>
        <dsp:cNvPr id="0" name=""/>
        <dsp:cNvSpPr/>
      </dsp:nvSpPr>
      <dsp:spPr>
        <a:xfrm>
          <a:off x="1753873" y="581655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555794" y="807127"/>
              </a:moveTo>
              <a:arcTo wR="2310126" hR="2310126" stAng="13235271" swAng="1210876"/>
            </a:path>
          </a:pathLst>
        </a:custGeom>
        <a:noFill/>
        <a:ln w="1270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3FA94-2A52-45C2-963B-6792444233C6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B4E19-ED91-4D91-9CE3-8DE6FA636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10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FB4E19-ED91-4D91-9CE3-8DE6FA6361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33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CBD76-1613-A97F-49B1-268371288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433602-5B9F-FD7D-CBF2-EADDFC9C33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EE467-3B15-84EF-1B3B-2FCDF4EA1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2E43-CDD6-44E1-A7EF-1A1CABEBF016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8EBE2-B9DA-D7B8-47DF-12A4FE184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CD5F7-A1A4-03FF-89D9-72E5593B2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A008D-89DF-4195-A4A4-65F016964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625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BB054-C33E-B837-772F-A54786386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6106E-6045-EA13-33B9-9633C0E0F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B272C-370F-0BF2-805A-B86967057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2E43-CDD6-44E1-A7EF-1A1CABEBF016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6F6DD-9B9F-2718-CCAC-E539E4AB6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AFAB6-FB55-EEE9-6E4C-213C24C17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A008D-89DF-4195-A4A4-65F016964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25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A5495-5324-996C-65CB-05EB5E147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C6D3-A34C-42EA-4A9F-75A8BD1F8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2094B-95C8-E126-6E01-F506A2A67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2E43-CDD6-44E1-A7EF-1A1CABEBF016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8A05C-D3FF-06DC-3261-178967262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BF758-2AD8-D6F9-9CFA-9631BAA7B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A008D-89DF-4195-A4A4-65F016964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04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1408-E53A-36D1-D231-00E62D906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7483C-F336-BE8A-302B-71A22C3D02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7FEBB6-0603-D61C-7A1C-D0D9C89DC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5360A-2B3E-6FB3-F6E1-0F4B6368D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2E43-CDD6-44E1-A7EF-1A1CABEBF016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5CE55-7402-C352-FE0B-834A03579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81772-D1E3-EA3C-CA3F-B89532B80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A008D-89DF-4195-A4A4-65F016964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868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72A65-EFC7-3D32-4271-264110662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A31E7-AE3A-948D-AACD-BF137CE63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BF3B42-7D22-008F-60F6-03B0D4DF6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02BAC4-6EA1-5138-C8DD-7F995A66B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31DC4E-D878-F3B2-CE93-E179CA936E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154251-D752-C193-1C37-4DE00CF5E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2E43-CDD6-44E1-A7EF-1A1CABEBF016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E4FED1-5EDB-0446-949C-F5C4DE54D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58DE0D-A4C6-641D-6D19-3EDF2A52B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A008D-89DF-4195-A4A4-65F016964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09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79326-572E-8FEF-E0CF-5DADA1831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835409-7522-F853-B11E-0DDA49051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2E43-CDD6-44E1-A7EF-1A1CABEBF016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59F9B0-76EE-B423-73C4-4747514B8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9755-B1FD-307D-2BFE-728DDE16E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A008D-89DF-4195-A4A4-65F016964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395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2776EC-24AE-A2E5-0D5E-20B05A8F9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2E43-CDD6-44E1-A7EF-1A1CABEBF016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9EF407-5015-BFF9-975A-06CC7857E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B5891-327E-5DF8-519A-7CDA5B206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A008D-89DF-4195-A4A4-65F016964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19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DFA92-9806-86E3-7B6E-00AF7E62D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CA901-54AA-FA17-B337-2671A84DE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C1C122-28D2-FEBE-6C63-391AF0A01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664F7-9830-60D2-91B1-981A5695D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2E43-CDD6-44E1-A7EF-1A1CABEBF016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990FCA-B5EE-4C61-8570-64092DCF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41063-896A-68E4-810A-AC0897BD0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A008D-89DF-4195-A4A4-65F016964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81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EE96F-D9F0-8A4C-9112-A1BCB6787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F2DDF3-C873-DB47-0E4D-BFB1BC9A4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24380-C00C-4AE6-57C9-22E99B9FE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A7E16-F037-9591-414D-4A7794B59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2E43-CDD6-44E1-A7EF-1A1CABEBF016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0469C-FBDF-03BF-D77D-DC099C7D6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17A6E-A3D5-4FD5-2112-EA13B7BC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A008D-89DF-4195-A4A4-65F016964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130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092B4-204D-CA29-2784-A64A0B287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CFBB7D-D3A4-45D7-A5E9-8C64014361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532F3-63B0-2283-22C0-527E0E7C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2E43-CDD6-44E1-A7EF-1A1CABEBF016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8E7B2-3492-37C0-87A0-00A71BBEA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E6B9D-D977-22F0-8A66-DDD79A74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A008D-89DF-4195-A4A4-65F016964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11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12984C-B788-7C09-424B-AABABE82C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DA291-82BA-00F3-2D59-FC8589A09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9235C-0171-6A39-83EE-0DE4DE883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2E43-CDD6-44E1-A7EF-1A1CABEBF016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67008-418A-962C-5212-D041FA982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F5BA2-67CE-BF44-FFF8-2B630E96B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A008D-89DF-4195-A4A4-65F016964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268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E30033-82E9-3E9F-4823-B09C30D8F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20C89-76C3-C88C-DA2B-BF205674D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F15F4-7E76-C902-F213-8BFBBEC51C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C72E43-CDD6-44E1-A7EF-1A1CABEBF016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7F991-E118-3791-A25D-144E507F93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279CD-A0BA-D405-21D8-09F2480DF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A008D-89DF-4195-A4A4-65F016964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8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CB024-C261-B545-D5C2-908BAF248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8653" y="2873644"/>
            <a:ext cx="9834694" cy="1110712"/>
          </a:xfrm>
        </p:spPr>
        <p:txBody>
          <a:bodyPr/>
          <a:lstStyle/>
          <a:p>
            <a:r>
              <a:rPr lang="da-DK" dirty="0"/>
              <a:t>Tuning VSC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520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279DC832-90A8-0C07-82CE-69713F73E6F8}"/>
              </a:ext>
            </a:extLst>
          </p:cNvPr>
          <p:cNvSpPr/>
          <p:nvPr/>
        </p:nvSpPr>
        <p:spPr>
          <a:xfrm>
            <a:off x="83443" y="1078376"/>
            <a:ext cx="5408010" cy="238985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0DAA634-9511-51F1-321D-E7F5B0B9BC21}"/>
              </a:ext>
            </a:extLst>
          </p:cNvPr>
          <p:cNvSpPr/>
          <p:nvPr/>
        </p:nvSpPr>
        <p:spPr>
          <a:xfrm>
            <a:off x="6515991" y="1078376"/>
            <a:ext cx="4247084" cy="238985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9CE810D-8D80-C9E6-CA29-3429D24DA0A0}"/>
              </a:ext>
            </a:extLst>
          </p:cNvPr>
          <p:cNvSpPr/>
          <p:nvPr/>
        </p:nvSpPr>
        <p:spPr>
          <a:xfrm>
            <a:off x="83443" y="3615619"/>
            <a:ext cx="4278832" cy="2389857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2394B7B-078F-DF5A-61F2-71B2E0D974FB}"/>
              </a:ext>
            </a:extLst>
          </p:cNvPr>
          <p:cNvSpPr/>
          <p:nvPr/>
        </p:nvSpPr>
        <p:spPr>
          <a:xfrm>
            <a:off x="4409813" y="3615086"/>
            <a:ext cx="7689908" cy="2389857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844353-A442-4B9F-6FB4-79C5C6060243}"/>
              </a:ext>
            </a:extLst>
          </p:cNvPr>
          <p:cNvSpPr txBox="1"/>
          <p:nvPr/>
        </p:nvSpPr>
        <p:spPr>
          <a:xfrm>
            <a:off x="175722" y="358239"/>
            <a:ext cx="558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dirty="0"/>
              <a:t>Plant Transfer </a:t>
            </a:r>
            <a:r>
              <a:rPr lang="da-DK" b="1" dirty="0" err="1"/>
              <a:t>Functions</a:t>
            </a:r>
            <a:r>
              <a:rPr lang="da-DK" dirty="0"/>
              <a:t>: </a:t>
            </a:r>
            <a:r>
              <a:rPr lang="da-DK" dirty="0" err="1"/>
              <a:t>Built</a:t>
            </a:r>
            <a:r>
              <a:rPr lang="da-DK" dirty="0"/>
              <a:t> </a:t>
            </a:r>
            <a:r>
              <a:rPr lang="da-DK" dirty="0" err="1"/>
              <a:t>wit</a:t>
            </a:r>
            <a:r>
              <a:rPr lang="da-DK" dirty="0"/>
              <a:t> </a:t>
            </a:r>
            <a:r>
              <a:rPr lang="da-DK" dirty="0" err="1"/>
              <a:t>Matlab</a:t>
            </a:r>
            <a:r>
              <a:rPr lang="da-DK" dirty="0"/>
              <a:t> SCAM Tool *</a:t>
            </a:r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00109E4-A1E2-8651-7C99-8AFDAA5E7713}"/>
              </a:ext>
            </a:extLst>
          </p:cNvPr>
          <p:cNvGrpSpPr/>
          <p:nvPr/>
        </p:nvGrpSpPr>
        <p:grpSpPr>
          <a:xfrm>
            <a:off x="921983" y="1527719"/>
            <a:ext cx="3683932" cy="1182848"/>
            <a:chOff x="242116" y="92279"/>
            <a:chExt cx="5639803" cy="1945487"/>
          </a:xfrm>
        </p:grpSpPr>
        <p:pic>
          <p:nvPicPr>
            <p:cNvPr id="4" name="Picture 3" descr="A diagram of a circuit&#10;&#10;Description automatically generated">
              <a:extLst>
                <a:ext uri="{FF2B5EF4-FFF2-40B4-BE49-F238E27FC236}">
                  <a16:creationId xmlns:a16="http://schemas.microsoft.com/office/drawing/2014/main" id="{663E3556-1FDF-E56C-052C-B2998AF81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369" y="208966"/>
              <a:ext cx="5543550" cy="1828800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C61E6D-4818-F58B-1DBC-837274228530}"/>
                </a:ext>
              </a:extLst>
            </p:cNvPr>
            <p:cNvSpPr/>
            <p:nvPr/>
          </p:nvSpPr>
          <p:spPr>
            <a:xfrm>
              <a:off x="242116" y="881117"/>
              <a:ext cx="763666" cy="85383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0C308EE-38CE-B14F-4216-FE8D57099CE3}"/>
                </a:ext>
              </a:extLst>
            </p:cNvPr>
            <p:cNvSpPr/>
            <p:nvPr/>
          </p:nvSpPr>
          <p:spPr>
            <a:xfrm>
              <a:off x="1216637" y="92279"/>
              <a:ext cx="1115502" cy="33556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3B63469-6270-A286-EC40-F10C3DE461E3}"/>
              </a:ext>
            </a:extLst>
          </p:cNvPr>
          <p:cNvGrpSpPr/>
          <p:nvPr/>
        </p:nvGrpSpPr>
        <p:grpSpPr>
          <a:xfrm>
            <a:off x="598128" y="4053829"/>
            <a:ext cx="3485451" cy="1294567"/>
            <a:chOff x="338369" y="2371422"/>
            <a:chExt cx="5543550" cy="1945487"/>
          </a:xfrm>
        </p:grpSpPr>
        <p:pic>
          <p:nvPicPr>
            <p:cNvPr id="21" name="Picture 20" descr="A diagram of a circuit&#10;&#10;Description automatically generated">
              <a:extLst>
                <a:ext uri="{FF2B5EF4-FFF2-40B4-BE49-F238E27FC236}">
                  <a16:creationId xmlns:a16="http://schemas.microsoft.com/office/drawing/2014/main" id="{AB10AF92-678C-185E-9F34-434B85A77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369" y="2488109"/>
              <a:ext cx="5543550" cy="1828800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0528538-A289-9371-D18B-4177F7B44578}"/>
                </a:ext>
              </a:extLst>
            </p:cNvPr>
            <p:cNvSpPr/>
            <p:nvPr/>
          </p:nvSpPr>
          <p:spPr>
            <a:xfrm>
              <a:off x="2759978" y="2488109"/>
              <a:ext cx="2172749" cy="33556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2AF579F-0803-2F3E-9273-C3F391DAF811}"/>
                </a:ext>
              </a:extLst>
            </p:cNvPr>
            <p:cNvSpPr/>
            <p:nvPr/>
          </p:nvSpPr>
          <p:spPr>
            <a:xfrm>
              <a:off x="1216637" y="2371422"/>
              <a:ext cx="1115502" cy="33556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D9D4312-6E3E-F174-E806-7A693C70C2F2}"/>
              </a:ext>
            </a:extLst>
          </p:cNvPr>
          <p:cNvGrpSpPr/>
          <p:nvPr/>
        </p:nvGrpSpPr>
        <p:grpSpPr>
          <a:xfrm>
            <a:off x="6809305" y="1466729"/>
            <a:ext cx="3598878" cy="1260625"/>
            <a:chOff x="355870" y="4603279"/>
            <a:chExt cx="5543550" cy="1945487"/>
          </a:xfrm>
        </p:grpSpPr>
        <p:pic>
          <p:nvPicPr>
            <p:cNvPr id="24" name="Picture 23" descr="A diagram of a circuit&#10;&#10;Description automatically generated">
              <a:extLst>
                <a:ext uri="{FF2B5EF4-FFF2-40B4-BE49-F238E27FC236}">
                  <a16:creationId xmlns:a16="http://schemas.microsoft.com/office/drawing/2014/main" id="{EA0B726B-25D3-BF2E-39CC-021B8D65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5870" y="4719966"/>
              <a:ext cx="5543550" cy="1828800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7B5F7A3-6E8B-0B09-893F-EFDD13A3886A}"/>
                </a:ext>
              </a:extLst>
            </p:cNvPr>
            <p:cNvSpPr/>
            <p:nvPr/>
          </p:nvSpPr>
          <p:spPr>
            <a:xfrm>
              <a:off x="2759978" y="4719966"/>
              <a:ext cx="538393" cy="45944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FEF6E15-0B9D-145E-518C-4ECA70C8A747}"/>
                </a:ext>
              </a:extLst>
            </p:cNvPr>
            <p:cNvSpPr/>
            <p:nvPr/>
          </p:nvSpPr>
          <p:spPr>
            <a:xfrm>
              <a:off x="1234138" y="4603279"/>
              <a:ext cx="1115502" cy="33556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DB69FF1-8B0F-9A4D-8891-342382A13099}"/>
              </a:ext>
            </a:extLst>
          </p:cNvPr>
          <p:cNvGrpSpPr/>
          <p:nvPr/>
        </p:nvGrpSpPr>
        <p:grpSpPr>
          <a:xfrm>
            <a:off x="6479733" y="4271802"/>
            <a:ext cx="3485451" cy="1060434"/>
            <a:chOff x="5414312" y="4407816"/>
            <a:chExt cx="5543550" cy="1828800"/>
          </a:xfrm>
        </p:grpSpPr>
        <p:pic>
          <p:nvPicPr>
            <p:cNvPr id="27" name="Picture 26" descr="A diagram of a circuit&#10;&#10;Description automatically generated">
              <a:extLst>
                <a:ext uri="{FF2B5EF4-FFF2-40B4-BE49-F238E27FC236}">
                  <a16:creationId xmlns:a16="http://schemas.microsoft.com/office/drawing/2014/main" id="{490085C1-0F89-465F-B439-C74DD0923D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4312" y="4407816"/>
              <a:ext cx="5543550" cy="1828800"/>
            </a:xfrm>
            <a:prstGeom prst="rect">
              <a:avLst/>
            </a:prstGeom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2D9D814-EA36-22D2-E6B2-AC906A5641C9}"/>
                </a:ext>
              </a:extLst>
            </p:cNvPr>
            <p:cNvSpPr/>
            <p:nvPr/>
          </p:nvSpPr>
          <p:spPr>
            <a:xfrm>
              <a:off x="7894040" y="4435499"/>
              <a:ext cx="462773" cy="33556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E41B4BC-80F9-B6CE-9A76-B344C3F41F5D}"/>
              </a:ext>
            </a:extLst>
          </p:cNvPr>
          <p:cNvSpPr txBox="1"/>
          <p:nvPr/>
        </p:nvSpPr>
        <p:spPr>
          <a:xfrm>
            <a:off x="1851691" y="1078376"/>
            <a:ext cx="1805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Inner Loop Plant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0099D0-0DF1-E555-462D-21EB191196E7}"/>
              </a:ext>
            </a:extLst>
          </p:cNvPr>
          <p:cNvSpPr txBox="1"/>
          <p:nvPr/>
        </p:nvSpPr>
        <p:spPr>
          <a:xfrm>
            <a:off x="7215637" y="1075205"/>
            <a:ext cx="2786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Outer Loop Plant (</a:t>
            </a:r>
            <a:r>
              <a:rPr lang="da-DK" dirty="0" err="1"/>
              <a:t>Voltage</a:t>
            </a:r>
            <a:r>
              <a:rPr lang="da-DK" dirty="0"/>
              <a:t>)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90E6C2-5360-06EF-820C-72D2480BB5EE}"/>
              </a:ext>
            </a:extLst>
          </p:cNvPr>
          <p:cNvSpPr txBox="1"/>
          <p:nvPr/>
        </p:nvSpPr>
        <p:spPr>
          <a:xfrm>
            <a:off x="220093" y="3671362"/>
            <a:ext cx="4099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Outer Loop Plant (Power/DC Dynamics)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40ED1B-65FD-C635-8802-53BFBF4AE1B8}"/>
              </a:ext>
            </a:extLst>
          </p:cNvPr>
          <p:cNvSpPr txBox="1"/>
          <p:nvPr/>
        </p:nvSpPr>
        <p:spPr>
          <a:xfrm>
            <a:off x="7948184" y="3790825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PLL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59E3F10-56A9-1622-ABF7-C656ECB2060E}"/>
                  </a:ext>
                </a:extLst>
              </p:cNvPr>
              <p:cNvSpPr txBox="1"/>
              <p:nvPr/>
            </p:nvSpPr>
            <p:spPr>
              <a:xfrm>
                <a:off x="83443" y="2828366"/>
                <a:ext cx="5361012" cy="4605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11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 − 1</m:t>
                          </m:r>
                        </m:num>
                        <m:den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 + 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1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1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1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1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1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1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sSub>
                                <m:sSubPr>
                                  <m:ctrlPr>
                                    <a:rPr lang="en-US" sz="11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1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1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1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1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1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 + </m:t>
                          </m:r>
                          <m:d>
                            <m:d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1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1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sSub>
                                <m:sSubPr>
                                  <m:ctrlPr>
                                    <a:rPr lang="en-US" sz="11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1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sSub>
                                <m:sSubPr>
                                  <m:ctrlPr>
                                    <a:rPr lang="en-US" sz="11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1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1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1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1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1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1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59E3F10-56A9-1622-ABF7-C656ECB20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43" y="2828366"/>
                <a:ext cx="5361012" cy="4605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068933D-F54E-E10A-4AA8-D42B1C4079AE}"/>
                  </a:ext>
                </a:extLst>
              </p:cNvPr>
              <p:cNvSpPr txBox="1"/>
              <p:nvPr/>
            </p:nvSpPr>
            <p:spPr>
              <a:xfrm>
                <a:off x="7084394" y="3011826"/>
                <a:ext cx="3048699" cy="4564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1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den>
                      </m:f>
                      <m:r>
                        <a:rPr lang="en-US" sz="1100" i="0"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sz="11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+ 1</m:t>
                          </m:r>
                        </m:den>
                      </m:f>
                    </m:oMath>
                  </m:oMathPara>
                </a14:m>
                <a:endParaRPr lang="en-US" sz="11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068933D-F54E-E10A-4AA8-D42B1C407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4394" y="3011826"/>
                <a:ext cx="3048699" cy="4564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4DF62E5-20E5-FA84-9C36-A8EA37172441}"/>
                  </a:ext>
                </a:extLst>
              </p:cNvPr>
              <p:cNvSpPr txBox="1"/>
              <p:nvPr/>
            </p:nvSpPr>
            <p:spPr>
              <a:xfrm>
                <a:off x="-1651" y="5426042"/>
                <a:ext cx="4449020" cy="498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a-DK" sz="1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sz="11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̃"/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da-DK" sz="11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a-DK" sz="11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11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da-DK" sz="11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𝐷𝐶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r>
                        <a:rPr lang="en-US" sz="1100" i="0"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da-DK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f>
                        <m:fPr>
                          <m:ctrlPr>
                            <a:rPr lang="en-US" sz="11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sub>
                          </m:sSub>
                          <m:r>
                            <a:rPr lang="da-DK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sz="11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100" i="0">
                              <a:latin typeface="Cambria Math" panose="02040503050406030204" pitchFamily="18" charset="0"/>
                            </a:rPr>
                            <m:t>+ 1</m:t>
                          </m:r>
                        </m:den>
                      </m:f>
                      <m:r>
                        <a:rPr lang="da-DK" sz="11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da-DK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da-DK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sz="1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a-DK" sz="11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11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da-DK" sz="11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a-DK" sz="11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𝐷𝐶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a-DK" sz="11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11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da-DK" sz="11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sSub>
                                    <m:sSubPr>
                                      <m:ctrlPr>
                                        <a:rPr lang="da-DK" sz="11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11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da-DK" sz="11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4DF62E5-20E5-FA84-9C36-A8EA37172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51" y="5426042"/>
                <a:ext cx="4449020" cy="4989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BB8AA0F-EE2A-9488-B9E3-1427FB59AE9B}"/>
                  </a:ext>
                </a:extLst>
              </p:cNvPr>
              <p:cNvSpPr txBox="1"/>
              <p:nvPr/>
            </p:nvSpPr>
            <p:spPr>
              <a:xfrm>
                <a:off x="4409813" y="5620042"/>
                <a:ext cx="7625293" cy="3496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1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da-DK" sz="11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a-DK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num>
                        <m:den>
                          <m:r>
                            <a:rPr lang="da-DK" sz="11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da-DK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1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a-DK" sz="11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sSub>
                            <m:sSubPr>
                              <m:ctrlP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pt-B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pt-BR" sz="1100" i="1">
                              <a:latin typeface="Cambria Math" panose="02040503050406030204" pitchFamily="18" charset="0"/>
                            </a:rPr>
                            <m:t>+ </m:t>
                          </m:r>
                          <m:d>
                            <m:dPr>
                              <m:ctrlPr>
                                <a:rPr lang="pt-BR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a-DK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a-DK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sSub>
                                <m:sSubPr>
                                  <m:ctrlPr>
                                    <a:rPr lang="da-DK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a-DK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a-DK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pt-BR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1100" i="1">
                              <a:latin typeface="Cambria Math" panose="02040503050406030204" pitchFamily="18" charset="0"/>
                            </a:rPr>
                            <m:t>+ </m:t>
                          </m:r>
                          <m:d>
                            <m:dPr>
                              <m:ctrlPr>
                                <a:rPr lang="pt-BR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− 3</m:t>
                              </m:r>
                              <m:sSub>
                                <m:sSubPr>
                                  <m:ctrlPr>
                                    <a:rPr lang="da-DK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a-DK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a-DK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da-DK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sz="11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da-DK" sz="1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da-DK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sSub>
                                <m:sSubPr>
                                  <m:ctrlPr>
                                    <a:rPr lang="da-DK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sSub>
                                <m:sSubPr>
                                  <m:ctrlPr>
                                    <a:rPr lang="da-DK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a-DK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a-DK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t-BR" sz="1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pt-BR" sz="11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sz="1100" i="1"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1100" i="1"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1100" i="1"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1100" i="1"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1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da-DK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BB8AA0F-EE2A-9488-B9E3-1427FB59A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813" y="5620042"/>
                <a:ext cx="7625293" cy="349648"/>
              </a:xfrm>
              <a:prstGeom prst="rect">
                <a:avLst/>
              </a:prstGeom>
              <a:blipFill>
                <a:blip r:embed="rId6"/>
                <a:stretch>
                  <a:fillRect l="-639" r="-1599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827BF0C-F73A-39F0-1DA6-75A9A96AEFE6}"/>
              </a:ext>
            </a:extLst>
          </p:cNvPr>
          <p:cNvSpPr txBox="1"/>
          <p:nvPr/>
        </p:nvSpPr>
        <p:spPr>
          <a:xfrm>
            <a:off x="16211" y="6499761"/>
            <a:ext cx="11489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/>
              <a:t>*</a:t>
            </a:r>
            <a:r>
              <a:rPr lang="da-DK" sz="1400" dirty="0" err="1"/>
              <a:t>Based</a:t>
            </a:r>
            <a:r>
              <a:rPr lang="da-DK" sz="1400" dirty="0"/>
              <a:t> on </a:t>
            </a:r>
            <a:r>
              <a:rPr lang="da-DK" sz="1400" dirty="0" err="1"/>
              <a:t>Modified</a:t>
            </a:r>
            <a:r>
              <a:rPr lang="da-DK" sz="1400" dirty="0"/>
              <a:t> </a:t>
            </a:r>
            <a:r>
              <a:rPr lang="da-DK" sz="1400" dirty="0" err="1"/>
              <a:t>Nodal</a:t>
            </a:r>
            <a:r>
              <a:rPr lang="da-DK" sz="1400" dirty="0"/>
              <a:t> Analysis: it </a:t>
            </a:r>
            <a:r>
              <a:rPr lang="da-DK" sz="1400" dirty="0" err="1"/>
              <a:t>uses</a:t>
            </a:r>
            <a:r>
              <a:rPr lang="da-DK" sz="1400" dirty="0"/>
              <a:t> systems in </a:t>
            </a:r>
            <a:r>
              <a:rPr lang="da-DK" sz="1400" dirty="0" err="1"/>
              <a:t>Netlist</a:t>
            </a:r>
            <a:r>
              <a:rPr lang="da-DK" sz="1400" dirty="0"/>
              <a:t> form and </a:t>
            </a:r>
            <a:r>
              <a:rPr lang="da-DK" sz="1400" dirty="0" err="1"/>
              <a:t>builds</a:t>
            </a:r>
            <a:r>
              <a:rPr lang="da-DK" sz="1400" dirty="0"/>
              <a:t> the </a:t>
            </a:r>
            <a:r>
              <a:rPr lang="da-DK" sz="1400" dirty="0" err="1"/>
              <a:t>analytical</a:t>
            </a:r>
            <a:r>
              <a:rPr lang="da-DK" sz="1400" dirty="0"/>
              <a:t> </a:t>
            </a:r>
            <a:r>
              <a:rPr lang="da-DK" sz="1400" dirty="0" err="1"/>
              <a:t>relationship</a:t>
            </a:r>
            <a:r>
              <a:rPr lang="da-DK" sz="1400" dirty="0"/>
              <a:t> of </a:t>
            </a:r>
            <a:r>
              <a:rPr lang="da-DK" sz="1400" dirty="0" err="1"/>
              <a:t>every</a:t>
            </a:r>
            <a:r>
              <a:rPr lang="da-DK" sz="1400" dirty="0"/>
              <a:t> </a:t>
            </a:r>
            <a:r>
              <a:rPr lang="da-DK" sz="1400" dirty="0" err="1"/>
              <a:t>voltage</a:t>
            </a:r>
            <a:r>
              <a:rPr lang="da-DK" sz="1400" dirty="0"/>
              <a:t> and </a:t>
            </a:r>
            <a:r>
              <a:rPr lang="da-DK" sz="1400" dirty="0" err="1"/>
              <a:t>current</a:t>
            </a:r>
            <a:endParaRPr lang="en-US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B56649-89EE-3F67-3811-42EC415E9F29}"/>
              </a:ext>
            </a:extLst>
          </p:cNvPr>
          <p:cNvSpPr/>
          <p:nvPr/>
        </p:nvSpPr>
        <p:spPr>
          <a:xfrm>
            <a:off x="6465442" y="4615439"/>
            <a:ext cx="385407" cy="60558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37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C5A7C92-817D-E5AD-4C6F-D428FEC575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8768447"/>
              </p:ext>
            </p:extLst>
          </p:nvPr>
        </p:nvGraphicFramePr>
        <p:xfrm>
          <a:off x="1913126" y="99578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504963D-09B0-9393-EA3C-116D62CB3DF8}"/>
              </a:ext>
            </a:extLst>
          </p:cNvPr>
          <p:cNvSpPr txBox="1"/>
          <p:nvPr/>
        </p:nvSpPr>
        <p:spPr>
          <a:xfrm>
            <a:off x="460420" y="443544"/>
            <a:ext cx="290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dirty="0"/>
              <a:t>Automatic Tuning </a:t>
            </a:r>
            <a:r>
              <a:rPr lang="da-DK" b="1" dirty="0" err="1"/>
              <a:t>Process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31147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4250FB-AA9A-181F-F3B0-8775844464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717140"/>
              </p:ext>
            </p:extLst>
          </p:nvPr>
        </p:nvGraphicFramePr>
        <p:xfrm>
          <a:off x="185866" y="1609045"/>
          <a:ext cx="1828800" cy="2011680"/>
        </p:xfrm>
        <a:graphic>
          <a:graphicData uri="http://schemas.openxmlformats.org/drawingml/2006/table">
            <a:tbl>
              <a:tblPr firstRow="1">
                <a:tableStyleId>{68D230F3-CF80-4859-8CE7-A43EE81993B5}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2562908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1004222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5413191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Name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Value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Unit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7754043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Ts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1.00E+01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us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9668028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f_base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50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Hz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444064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V_base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220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kV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9073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P_base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120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MVA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6102136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L_vsc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0.031831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H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193105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C_filt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3.18E-07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F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61824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R_vsc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Ohm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234521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R_filt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1.38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Ohm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275729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R_grid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Ohm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0208232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L_grid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0.031831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H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96044855"/>
                  </a:ext>
                </a:extLst>
              </a:tr>
            </a:tbl>
          </a:graphicData>
        </a:graphic>
      </p:graphicFrame>
      <p:pic>
        <p:nvPicPr>
          <p:cNvPr id="5" name="Graphic 4">
            <a:extLst>
              <a:ext uri="{FF2B5EF4-FFF2-40B4-BE49-F238E27FC236}">
                <a16:creationId xmlns:a16="http://schemas.microsoft.com/office/drawing/2014/main" id="{E54E8FAE-E20B-CAC5-2D54-7D3EF0EA2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67" t="3529" r="7601" b="6120"/>
          <a:stretch/>
        </p:blipFill>
        <p:spPr>
          <a:xfrm>
            <a:off x="2763520" y="162936"/>
            <a:ext cx="8920480" cy="50816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0D0BFF-6AAA-5492-C50B-347B8A8D2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137" y="5411945"/>
            <a:ext cx="3090863" cy="12831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16B54E-7009-A74A-EFA9-2E361EB1CC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864" y="5332377"/>
            <a:ext cx="2293303" cy="136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315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1576D3B-CB5C-55E3-6F0B-B82D5C290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239" y="203822"/>
            <a:ext cx="3076631" cy="29696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E676BD-A97A-E5C8-58FE-EE92A1EF6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48" y="145875"/>
            <a:ext cx="4507384" cy="302756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allout: Line 10">
            <a:extLst>
              <a:ext uri="{FF2B5EF4-FFF2-40B4-BE49-F238E27FC236}">
                <a16:creationId xmlns:a16="http://schemas.microsoft.com/office/drawing/2014/main" id="{6A9999EC-A76C-704E-A28F-497FCB237F5D}"/>
              </a:ext>
            </a:extLst>
          </p:cNvPr>
          <p:cNvSpPr/>
          <p:nvPr/>
        </p:nvSpPr>
        <p:spPr>
          <a:xfrm>
            <a:off x="1054554" y="3578852"/>
            <a:ext cx="4812376" cy="3175016"/>
          </a:xfrm>
          <a:prstGeom prst="borderCallout1">
            <a:avLst>
              <a:gd name="adj1" fmla="val 246"/>
              <a:gd name="adj2" fmla="val 48837"/>
              <a:gd name="adj3" fmla="val -37286"/>
              <a:gd name="adj4" fmla="val 347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allout: Line 11">
            <a:extLst>
              <a:ext uri="{FF2B5EF4-FFF2-40B4-BE49-F238E27FC236}">
                <a16:creationId xmlns:a16="http://schemas.microsoft.com/office/drawing/2014/main" id="{BCB4CA25-5C39-3905-50F8-7073B49C87D2}"/>
              </a:ext>
            </a:extLst>
          </p:cNvPr>
          <p:cNvSpPr/>
          <p:nvPr/>
        </p:nvSpPr>
        <p:spPr>
          <a:xfrm>
            <a:off x="6642312" y="3549284"/>
            <a:ext cx="4812376" cy="3175016"/>
          </a:xfrm>
          <a:prstGeom prst="borderCallout1">
            <a:avLst>
              <a:gd name="adj1" fmla="val 246"/>
              <a:gd name="adj2" fmla="val 48837"/>
              <a:gd name="adj3" fmla="val -82467"/>
              <a:gd name="adj4" fmla="val 3891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5CC0E3-1325-3499-31BF-C657610BC8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730" y="3977745"/>
            <a:ext cx="3856024" cy="25789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27E1448-522D-C671-F215-F67F97B2A3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5717" y="3752210"/>
            <a:ext cx="2929673" cy="282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520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1B67F03-E649-DDBC-EB15-688534649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913" y="528427"/>
            <a:ext cx="5366973" cy="22396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74A915-5F8E-5094-988D-F5381D4B6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12" y="341947"/>
            <a:ext cx="3862911" cy="261265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llout: Line 11">
            <a:extLst>
              <a:ext uri="{FF2B5EF4-FFF2-40B4-BE49-F238E27FC236}">
                <a16:creationId xmlns:a16="http://schemas.microsoft.com/office/drawing/2014/main" id="{02AA634A-C971-8529-A4A0-C56B00875109}"/>
              </a:ext>
            </a:extLst>
          </p:cNvPr>
          <p:cNvSpPr/>
          <p:nvPr/>
        </p:nvSpPr>
        <p:spPr>
          <a:xfrm>
            <a:off x="657052" y="3578852"/>
            <a:ext cx="4812376" cy="3175016"/>
          </a:xfrm>
          <a:prstGeom prst="borderCallout1">
            <a:avLst>
              <a:gd name="adj1" fmla="val 246"/>
              <a:gd name="adj2" fmla="val 48837"/>
              <a:gd name="adj3" fmla="val -81146"/>
              <a:gd name="adj4" fmla="val 1224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allout: Line 12">
            <a:extLst>
              <a:ext uri="{FF2B5EF4-FFF2-40B4-BE49-F238E27FC236}">
                <a16:creationId xmlns:a16="http://schemas.microsoft.com/office/drawing/2014/main" id="{1DA0060E-BDD0-2446-508B-2DB2B7345BE5}"/>
              </a:ext>
            </a:extLst>
          </p:cNvPr>
          <p:cNvSpPr/>
          <p:nvPr/>
        </p:nvSpPr>
        <p:spPr>
          <a:xfrm>
            <a:off x="6760672" y="3578852"/>
            <a:ext cx="4812376" cy="3175016"/>
          </a:xfrm>
          <a:prstGeom prst="borderCallout1">
            <a:avLst>
              <a:gd name="adj1" fmla="val 246"/>
              <a:gd name="adj2" fmla="val 48837"/>
              <a:gd name="adj3" fmla="val -75598"/>
              <a:gd name="adj4" fmla="val 1608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10E606-11B8-D172-CD96-41B8A013A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209" y="3903396"/>
            <a:ext cx="3973208" cy="25438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54F769-9450-EDCF-A6D8-3483E707BD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1986" y="4306054"/>
            <a:ext cx="4373548" cy="186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739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E34F992-8E4C-FD66-3CC7-CFF7E66EF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40" y="200613"/>
            <a:ext cx="4362201" cy="29567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B6556E-C481-555E-9EC2-75BCBAE04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924" y="527240"/>
            <a:ext cx="5231716" cy="232880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llout: Line 11">
            <a:extLst>
              <a:ext uri="{FF2B5EF4-FFF2-40B4-BE49-F238E27FC236}">
                <a16:creationId xmlns:a16="http://schemas.microsoft.com/office/drawing/2014/main" id="{979948CF-FADB-50A4-3549-DB3B0088A612}"/>
              </a:ext>
            </a:extLst>
          </p:cNvPr>
          <p:cNvSpPr/>
          <p:nvPr/>
        </p:nvSpPr>
        <p:spPr>
          <a:xfrm>
            <a:off x="657052" y="3578852"/>
            <a:ext cx="4812376" cy="3175016"/>
          </a:xfrm>
          <a:prstGeom prst="borderCallout1">
            <a:avLst>
              <a:gd name="adj1" fmla="val 246"/>
              <a:gd name="adj2" fmla="val 48837"/>
              <a:gd name="adj3" fmla="val -39664"/>
              <a:gd name="adj4" fmla="val 8093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allout: Line 12">
            <a:extLst>
              <a:ext uri="{FF2B5EF4-FFF2-40B4-BE49-F238E27FC236}">
                <a16:creationId xmlns:a16="http://schemas.microsoft.com/office/drawing/2014/main" id="{6BD5117E-E49F-A654-6404-F795D5823FA0}"/>
              </a:ext>
            </a:extLst>
          </p:cNvPr>
          <p:cNvSpPr/>
          <p:nvPr/>
        </p:nvSpPr>
        <p:spPr>
          <a:xfrm>
            <a:off x="6683264" y="3629346"/>
            <a:ext cx="4812376" cy="3175016"/>
          </a:xfrm>
          <a:prstGeom prst="borderCallout1">
            <a:avLst>
              <a:gd name="adj1" fmla="val 246"/>
              <a:gd name="adj2" fmla="val 48837"/>
              <a:gd name="adj3" fmla="val -54460"/>
              <a:gd name="adj4" fmla="val 8371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318630-1209-DA94-9F4D-74E238EC1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6" y="3768727"/>
            <a:ext cx="4137349" cy="27952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2AD40BD-0655-F3B9-97F1-538DC57482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5071" y="4377857"/>
            <a:ext cx="4370463" cy="195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94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87ED0-E27A-4FA6-1E56-74DAEA8B8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35" y="209724"/>
            <a:ext cx="10515600" cy="671222"/>
          </a:xfrm>
        </p:spPr>
        <p:txBody>
          <a:bodyPr>
            <a:normAutofit fontScale="90000"/>
          </a:bodyPr>
          <a:lstStyle/>
          <a:p>
            <a:r>
              <a:rPr lang="da-DK" dirty="0"/>
              <a:t>BW </a:t>
            </a:r>
            <a:r>
              <a:rPr lang="da-DK" dirty="0" err="1"/>
              <a:t>validation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1CC6B1-D01D-DD7C-60F8-1BBE0DA40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98" y="996137"/>
            <a:ext cx="6499699" cy="27735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14491E-F3AE-855B-A5AE-B389BF75D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797" y="3972801"/>
            <a:ext cx="6332000" cy="25095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FDD58D-0399-3C0F-0464-A526C70B1BE4}"/>
              </a:ext>
            </a:extLst>
          </p:cNvPr>
          <p:cNvSpPr txBox="1"/>
          <p:nvPr/>
        </p:nvSpPr>
        <p:spPr>
          <a:xfrm>
            <a:off x="350197" y="2057541"/>
            <a:ext cx="2470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BW_Power</a:t>
            </a:r>
            <a:r>
              <a:rPr lang="da-DK" dirty="0"/>
              <a:t> = 30 Hz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B17B61-04E2-281F-E7C7-CAD23AF5D913}"/>
              </a:ext>
            </a:extLst>
          </p:cNvPr>
          <p:cNvSpPr txBox="1"/>
          <p:nvPr/>
        </p:nvSpPr>
        <p:spPr>
          <a:xfrm>
            <a:off x="416458" y="5042910"/>
            <a:ext cx="2470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BW_Voltage</a:t>
            </a:r>
            <a:r>
              <a:rPr lang="da-DK" dirty="0"/>
              <a:t> = 30 Hz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80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8F984909-CB02-DC82-E237-6DCCDF776ABD}"/>
              </a:ext>
            </a:extLst>
          </p:cNvPr>
          <p:cNvSpPr/>
          <p:nvPr/>
        </p:nvSpPr>
        <p:spPr>
          <a:xfrm>
            <a:off x="133688" y="1690688"/>
            <a:ext cx="6862195" cy="142993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8101834-581A-745E-60EB-8ECE75936877}"/>
              </a:ext>
            </a:extLst>
          </p:cNvPr>
          <p:cNvSpPr/>
          <p:nvPr/>
        </p:nvSpPr>
        <p:spPr>
          <a:xfrm>
            <a:off x="133686" y="3120621"/>
            <a:ext cx="6862195" cy="142993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38801ED-E24C-C627-F24D-E5A35FEB351A}"/>
              </a:ext>
            </a:extLst>
          </p:cNvPr>
          <p:cNvSpPr/>
          <p:nvPr/>
        </p:nvSpPr>
        <p:spPr>
          <a:xfrm>
            <a:off x="133683" y="4550553"/>
            <a:ext cx="6862195" cy="1325563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9F3FCF-0D1B-FC1E-0EBF-E1C455198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Performance sum-up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425CE2-58EC-8E1B-C55B-0B6DB95BABCC}"/>
              </a:ext>
            </a:extLst>
          </p:cNvPr>
          <p:cNvSpPr txBox="1"/>
          <p:nvPr/>
        </p:nvSpPr>
        <p:spPr>
          <a:xfrm>
            <a:off x="133689" y="1838611"/>
            <a:ext cx="5308633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Inner loop: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 err="1"/>
              <a:t>Extremely</a:t>
            </a:r>
            <a:r>
              <a:rPr lang="da-DK" dirty="0"/>
              <a:t> </a:t>
            </a:r>
            <a:r>
              <a:rPr lang="da-DK" dirty="0" err="1"/>
              <a:t>accurate</a:t>
            </a:r>
            <a:r>
              <a:rPr lang="da-DK" dirty="0"/>
              <a:t> </a:t>
            </a:r>
            <a:r>
              <a:rPr lang="da-DK" dirty="0" err="1"/>
              <a:t>without</a:t>
            </a:r>
            <a:r>
              <a:rPr lang="da-DK" dirty="0"/>
              <a:t> PLL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 err="1"/>
              <a:t>Extremelly</a:t>
            </a:r>
            <a:r>
              <a:rPr lang="da-DK" dirty="0"/>
              <a:t> </a:t>
            </a:r>
            <a:r>
              <a:rPr lang="da-DK" dirty="0" err="1"/>
              <a:t>accurate</a:t>
            </a:r>
            <a:r>
              <a:rPr lang="da-DK" dirty="0"/>
              <a:t> with PLL + </a:t>
            </a:r>
            <a:r>
              <a:rPr lang="da-DK" dirty="0" err="1"/>
              <a:t>strong</a:t>
            </a:r>
            <a:r>
              <a:rPr lang="da-DK" dirty="0"/>
              <a:t> </a:t>
            </a:r>
            <a:r>
              <a:rPr lang="da-DK" dirty="0" err="1"/>
              <a:t>grid</a:t>
            </a:r>
            <a:endParaRPr lang="da-DK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 err="1"/>
              <a:t>Accurate</a:t>
            </a:r>
            <a:r>
              <a:rPr lang="da-DK" dirty="0"/>
              <a:t> with PLL + </a:t>
            </a:r>
            <a:r>
              <a:rPr lang="da-DK" dirty="0" err="1"/>
              <a:t>weak</a:t>
            </a:r>
            <a:r>
              <a:rPr lang="da-DK" dirty="0"/>
              <a:t> </a:t>
            </a:r>
            <a:r>
              <a:rPr lang="da-DK" dirty="0" err="1"/>
              <a:t>grid</a:t>
            </a:r>
            <a:endParaRPr lang="da-DK" dirty="0"/>
          </a:p>
          <a:p>
            <a:pPr lvl="1"/>
            <a:endParaRPr lang="da-D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Outer loop </a:t>
            </a:r>
            <a:r>
              <a:rPr lang="da-DK" dirty="0" err="1"/>
              <a:t>voltage</a:t>
            </a:r>
            <a:r>
              <a:rPr lang="da-DK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 err="1"/>
              <a:t>Extremely</a:t>
            </a:r>
            <a:r>
              <a:rPr lang="da-DK" dirty="0"/>
              <a:t> </a:t>
            </a:r>
            <a:r>
              <a:rPr lang="da-DK" dirty="0" err="1"/>
              <a:t>accurate</a:t>
            </a:r>
            <a:r>
              <a:rPr lang="da-DK" dirty="0"/>
              <a:t> </a:t>
            </a:r>
            <a:r>
              <a:rPr lang="da-DK" dirty="0" err="1"/>
              <a:t>without</a:t>
            </a:r>
            <a:r>
              <a:rPr lang="da-DK" dirty="0"/>
              <a:t> PLL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 err="1"/>
              <a:t>Extremelly</a:t>
            </a:r>
            <a:r>
              <a:rPr lang="da-DK" dirty="0"/>
              <a:t> </a:t>
            </a:r>
            <a:r>
              <a:rPr lang="da-DK" dirty="0" err="1"/>
              <a:t>accurate</a:t>
            </a:r>
            <a:r>
              <a:rPr lang="da-DK" dirty="0"/>
              <a:t> with PLL + </a:t>
            </a:r>
            <a:r>
              <a:rPr lang="da-DK" dirty="0" err="1"/>
              <a:t>strong</a:t>
            </a:r>
            <a:r>
              <a:rPr lang="da-DK" dirty="0"/>
              <a:t> </a:t>
            </a:r>
            <a:r>
              <a:rPr lang="da-DK" dirty="0" err="1"/>
              <a:t>grid</a:t>
            </a:r>
            <a:endParaRPr lang="da-DK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/>
              <a:t>Ok with PLL + </a:t>
            </a:r>
            <a:r>
              <a:rPr lang="da-DK" dirty="0" err="1"/>
              <a:t>weak</a:t>
            </a:r>
            <a:r>
              <a:rPr lang="da-DK" dirty="0"/>
              <a:t> </a:t>
            </a:r>
            <a:r>
              <a:rPr lang="da-DK" dirty="0" err="1"/>
              <a:t>grid</a:t>
            </a:r>
            <a:endParaRPr lang="da-DK" dirty="0"/>
          </a:p>
          <a:p>
            <a:pPr lvl="1"/>
            <a:endParaRPr lang="da-D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Outer loop power: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/>
              <a:t>Ok </a:t>
            </a:r>
            <a:r>
              <a:rPr lang="da-DK" dirty="0" err="1"/>
              <a:t>without</a:t>
            </a:r>
            <a:r>
              <a:rPr lang="da-DK" dirty="0"/>
              <a:t> PLL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/>
              <a:t>Ok with PLL + </a:t>
            </a:r>
            <a:r>
              <a:rPr lang="da-DK" dirty="0" err="1"/>
              <a:t>strong</a:t>
            </a:r>
            <a:r>
              <a:rPr lang="da-DK" dirty="0"/>
              <a:t> </a:t>
            </a:r>
            <a:r>
              <a:rPr lang="da-DK" dirty="0" err="1"/>
              <a:t>grid</a:t>
            </a:r>
            <a:endParaRPr lang="da-DK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 err="1"/>
              <a:t>Inaccurate</a:t>
            </a:r>
            <a:r>
              <a:rPr lang="da-DK" dirty="0"/>
              <a:t> (but still OK) with PLL + </a:t>
            </a:r>
            <a:r>
              <a:rPr lang="da-DK" dirty="0" err="1"/>
              <a:t>weak</a:t>
            </a:r>
            <a:r>
              <a:rPr lang="da-DK" dirty="0"/>
              <a:t> </a:t>
            </a:r>
            <a:r>
              <a:rPr lang="da-DK" dirty="0" err="1"/>
              <a:t>grid</a:t>
            </a:r>
            <a:endParaRPr lang="da-DK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9" name="Graphic 38" descr="Checkmark with solid fill">
            <a:extLst>
              <a:ext uri="{FF2B5EF4-FFF2-40B4-BE49-F238E27FC236}">
                <a16:creationId xmlns:a16="http://schemas.microsoft.com/office/drawing/2014/main" id="{BE6AE1A8-7A83-8560-2CCD-F391C6B2B1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5212" y="2074773"/>
            <a:ext cx="232674" cy="232674"/>
          </a:xfrm>
          <a:prstGeom prst="rect">
            <a:avLst/>
          </a:prstGeom>
        </p:spPr>
      </p:pic>
      <p:pic>
        <p:nvPicPr>
          <p:cNvPr id="40" name="Graphic 39" descr="Checkmark with solid fill">
            <a:extLst>
              <a:ext uri="{FF2B5EF4-FFF2-40B4-BE49-F238E27FC236}">
                <a16:creationId xmlns:a16="http://schemas.microsoft.com/office/drawing/2014/main" id="{25DFE73F-8589-7B75-5004-19F0B8A6E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8095" y="2067545"/>
            <a:ext cx="232674" cy="232674"/>
          </a:xfrm>
          <a:prstGeom prst="rect">
            <a:avLst/>
          </a:prstGeom>
        </p:spPr>
      </p:pic>
      <p:pic>
        <p:nvPicPr>
          <p:cNvPr id="42" name="Graphic 41" descr="Checkmark with solid fill">
            <a:extLst>
              <a:ext uri="{FF2B5EF4-FFF2-40B4-BE49-F238E27FC236}">
                <a16:creationId xmlns:a16="http://schemas.microsoft.com/office/drawing/2014/main" id="{B912B924-7AA1-2359-35AC-2D3AE4F16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5212" y="2366999"/>
            <a:ext cx="232674" cy="232674"/>
          </a:xfrm>
          <a:prstGeom prst="rect">
            <a:avLst/>
          </a:prstGeom>
        </p:spPr>
      </p:pic>
      <p:pic>
        <p:nvPicPr>
          <p:cNvPr id="43" name="Graphic 42" descr="Checkmark with solid fill">
            <a:extLst>
              <a:ext uri="{FF2B5EF4-FFF2-40B4-BE49-F238E27FC236}">
                <a16:creationId xmlns:a16="http://schemas.microsoft.com/office/drawing/2014/main" id="{6924197C-BD6C-1D58-C385-9070E516C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8095" y="2359771"/>
            <a:ext cx="232674" cy="232674"/>
          </a:xfrm>
          <a:prstGeom prst="rect">
            <a:avLst/>
          </a:prstGeom>
        </p:spPr>
      </p:pic>
      <p:pic>
        <p:nvPicPr>
          <p:cNvPr id="45" name="Graphic 44" descr="Checkmark with solid fill">
            <a:extLst>
              <a:ext uri="{FF2B5EF4-FFF2-40B4-BE49-F238E27FC236}">
                <a16:creationId xmlns:a16="http://schemas.microsoft.com/office/drawing/2014/main" id="{43FE8DB3-CFA7-9E09-C158-F98669C28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0685" y="2620370"/>
            <a:ext cx="232674" cy="232674"/>
          </a:xfrm>
          <a:prstGeom prst="rect">
            <a:avLst/>
          </a:prstGeom>
        </p:spPr>
      </p:pic>
      <p:pic>
        <p:nvPicPr>
          <p:cNvPr id="48" name="Graphic 47" descr="Checkmark with solid fill">
            <a:extLst>
              <a:ext uri="{FF2B5EF4-FFF2-40B4-BE49-F238E27FC236}">
                <a16:creationId xmlns:a16="http://schemas.microsoft.com/office/drawing/2014/main" id="{573FDBE9-23BC-7393-59D1-4DF3AD38A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5212" y="3448739"/>
            <a:ext cx="232674" cy="232674"/>
          </a:xfrm>
          <a:prstGeom prst="rect">
            <a:avLst/>
          </a:prstGeom>
        </p:spPr>
      </p:pic>
      <p:pic>
        <p:nvPicPr>
          <p:cNvPr id="49" name="Graphic 48" descr="Checkmark with solid fill">
            <a:extLst>
              <a:ext uri="{FF2B5EF4-FFF2-40B4-BE49-F238E27FC236}">
                <a16:creationId xmlns:a16="http://schemas.microsoft.com/office/drawing/2014/main" id="{6143C02D-D4F7-F3C1-FD99-C1B761372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8095" y="3441511"/>
            <a:ext cx="232674" cy="232674"/>
          </a:xfrm>
          <a:prstGeom prst="rect">
            <a:avLst/>
          </a:prstGeom>
        </p:spPr>
      </p:pic>
      <p:pic>
        <p:nvPicPr>
          <p:cNvPr id="51" name="Graphic 50" descr="Checkmark with solid fill">
            <a:extLst>
              <a:ext uri="{FF2B5EF4-FFF2-40B4-BE49-F238E27FC236}">
                <a16:creationId xmlns:a16="http://schemas.microsoft.com/office/drawing/2014/main" id="{7CABA354-4A62-294E-420A-EE80F7E65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5212" y="3750020"/>
            <a:ext cx="232674" cy="232674"/>
          </a:xfrm>
          <a:prstGeom prst="rect">
            <a:avLst/>
          </a:prstGeom>
        </p:spPr>
      </p:pic>
      <p:pic>
        <p:nvPicPr>
          <p:cNvPr id="52" name="Graphic 51" descr="Checkmark with solid fill">
            <a:extLst>
              <a:ext uri="{FF2B5EF4-FFF2-40B4-BE49-F238E27FC236}">
                <a16:creationId xmlns:a16="http://schemas.microsoft.com/office/drawing/2014/main" id="{367E52B3-5F33-3374-4B80-665DC15CA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8095" y="3742792"/>
            <a:ext cx="232674" cy="232674"/>
          </a:xfrm>
          <a:prstGeom prst="rect">
            <a:avLst/>
          </a:prstGeom>
        </p:spPr>
      </p:pic>
      <p:pic>
        <p:nvPicPr>
          <p:cNvPr id="57" name="Graphic 56" descr="Checkmark with solid fill">
            <a:extLst>
              <a:ext uri="{FF2B5EF4-FFF2-40B4-BE49-F238E27FC236}">
                <a16:creationId xmlns:a16="http://schemas.microsoft.com/office/drawing/2014/main" id="{1AB3C6D2-36AF-47DC-2DC3-4D88437C4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0183" y="4882453"/>
            <a:ext cx="232674" cy="232674"/>
          </a:xfrm>
          <a:prstGeom prst="rect">
            <a:avLst/>
          </a:prstGeom>
        </p:spPr>
      </p:pic>
      <p:pic>
        <p:nvPicPr>
          <p:cNvPr id="63" name="Graphic 62" descr="Checkmark with solid fill">
            <a:extLst>
              <a:ext uri="{FF2B5EF4-FFF2-40B4-BE49-F238E27FC236}">
                <a16:creationId xmlns:a16="http://schemas.microsoft.com/office/drawing/2014/main" id="{5567A56F-7077-253F-EDD9-A2746AA67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0183" y="5146713"/>
            <a:ext cx="232674" cy="232674"/>
          </a:xfrm>
          <a:prstGeom prst="rect">
            <a:avLst/>
          </a:prstGeom>
        </p:spPr>
      </p:pic>
      <p:pic>
        <p:nvPicPr>
          <p:cNvPr id="69" name="Graphic 68" descr="Checkmark with solid fill">
            <a:extLst>
              <a:ext uri="{FF2B5EF4-FFF2-40B4-BE49-F238E27FC236}">
                <a16:creationId xmlns:a16="http://schemas.microsoft.com/office/drawing/2014/main" id="{802BC7E5-FDF0-8EC0-7216-458F6EF19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5212" y="4052483"/>
            <a:ext cx="232674" cy="232674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6D9C7C41-F1E5-7AEC-D8BB-A8421970EFCD}"/>
              </a:ext>
            </a:extLst>
          </p:cNvPr>
          <p:cNvSpPr txBox="1"/>
          <p:nvPr/>
        </p:nvSpPr>
        <p:spPr>
          <a:xfrm>
            <a:off x="6995878" y="1213213"/>
            <a:ext cx="506243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b="1" dirty="0" err="1"/>
              <a:t>Considerations</a:t>
            </a:r>
            <a:endParaRPr lang="da-DK" sz="1600" b="1" dirty="0"/>
          </a:p>
          <a:p>
            <a:pPr marL="342900" indent="-342900">
              <a:buFont typeface="+mj-lt"/>
              <a:buAutoNum type="arabicPeriod"/>
            </a:pPr>
            <a:r>
              <a:rPr lang="da-DK" sz="1600" dirty="0"/>
              <a:t>Inner loop </a:t>
            </a:r>
            <a:r>
              <a:rPr lang="da-DK" sz="1600" dirty="0" err="1"/>
              <a:t>depends</a:t>
            </a:r>
            <a:r>
              <a:rPr lang="da-DK" sz="1600" dirty="0"/>
              <a:t> </a:t>
            </a:r>
            <a:r>
              <a:rPr lang="da-DK" sz="1600" dirty="0" err="1"/>
              <a:t>strongly</a:t>
            </a:r>
            <a:r>
              <a:rPr lang="da-DK" sz="1600" dirty="0"/>
              <a:t> on the </a:t>
            </a:r>
            <a:r>
              <a:rPr lang="da-DK" sz="1600" dirty="0" err="1"/>
              <a:t>grid</a:t>
            </a:r>
            <a:r>
              <a:rPr lang="da-DK" sz="1600" dirty="0"/>
              <a:t> side as </a:t>
            </a:r>
            <a:r>
              <a:rPr lang="da-DK" sz="1600" dirty="0" err="1"/>
              <a:t>well</a:t>
            </a:r>
            <a:endParaRPr lang="da-DK" sz="1600" dirty="0"/>
          </a:p>
          <a:p>
            <a:pPr marL="342900" indent="-342900">
              <a:buFont typeface="+mj-lt"/>
              <a:buAutoNum type="arabicPeriod"/>
            </a:pPr>
            <a:r>
              <a:rPr lang="da-DK" sz="1600" dirty="0"/>
              <a:t>The </a:t>
            </a:r>
            <a:r>
              <a:rPr lang="da-DK" sz="1600" dirty="0" err="1"/>
              <a:t>outer</a:t>
            </a:r>
            <a:r>
              <a:rPr lang="da-DK" sz="1600" dirty="0"/>
              <a:t> loop </a:t>
            </a:r>
            <a:r>
              <a:rPr lang="da-DK" sz="1600" dirty="0" err="1"/>
              <a:t>does</a:t>
            </a:r>
            <a:r>
              <a:rPr lang="da-DK" sz="1600" dirty="0"/>
              <a:t> not </a:t>
            </a:r>
            <a:r>
              <a:rPr lang="da-DK" sz="1600" dirty="0" err="1"/>
              <a:t>depend</a:t>
            </a:r>
            <a:r>
              <a:rPr lang="da-DK" sz="1600" dirty="0"/>
              <a:t> on </a:t>
            </a:r>
            <a:r>
              <a:rPr lang="da-DK" sz="1600" dirty="0" err="1"/>
              <a:t>VSC’s</a:t>
            </a:r>
            <a:r>
              <a:rPr lang="da-DK" sz="1600" dirty="0"/>
              <a:t> </a:t>
            </a:r>
            <a:r>
              <a:rPr lang="da-DK" sz="1600" dirty="0" err="1"/>
              <a:t>impedance</a:t>
            </a:r>
            <a:endParaRPr lang="da-DK" sz="1600" dirty="0"/>
          </a:p>
          <a:p>
            <a:pPr marL="342900" indent="-342900">
              <a:buFont typeface="+mj-lt"/>
              <a:buAutoNum type="arabicPeriod"/>
            </a:pPr>
            <a:r>
              <a:rPr lang="da-DK" sz="1600" dirty="0"/>
              <a:t>PLL </a:t>
            </a:r>
            <a:r>
              <a:rPr lang="da-DK" sz="1600" dirty="0" err="1"/>
              <a:t>affects</a:t>
            </a:r>
            <a:r>
              <a:rPr lang="da-DK" sz="1600" dirty="0"/>
              <a:t> the o	uter loops </a:t>
            </a:r>
            <a:r>
              <a:rPr lang="da-DK" sz="1600" dirty="0" err="1"/>
              <a:t>harder</a:t>
            </a:r>
            <a:endParaRPr lang="da-DK" sz="1600" dirty="0"/>
          </a:p>
          <a:p>
            <a:pPr marL="342900" indent="-342900">
              <a:buFont typeface="+mj-lt"/>
              <a:buAutoNum type="arabicPeriod"/>
            </a:pPr>
            <a:r>
              <a:rPr lang="da-DK" sz="1600" dirty="0"/>
              <a:t>The </a:t>
            </a:r>
            <a:r>
              <a:rPr lang="da-DK" sz="1600" dirty="0" err="1"/>
              <a:t>outer</a:t>
            </a:r>
            <a:r>
              <a:rPr lang="da-DK" sz="1600" dirty="0"/>
              <a:t> loop </a:t>
            </a:r>
            <a:r>
              <a:rPr lang="da-DK" sz="1600" dirty="0" err="1"/>
              <a:t>can</a:t>
            </a:r>
            <a:r>
              <a:rPr lang="da-DK" sz="1600" dirty="0"/>
              <a:t> have Kp(s) = 0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 sz="1600" dirty="0"/>
              <a:t>The common </a:t>
            </a:r>
            <a:r>
              <a:rPr lang="da-DK" sz="1600" dirty="0" err="1"/>
              <a:t>assumption</a:t>
            </a:r>
            <a:r>
              <a:rPr lang="da-DK" sz="1600" dirty="0"/>
              <a:t> </a:t>
            </a:r>
            <a:r>
              <a:rPr lang="da-DK" sz="1600" dirty="0" err="1"/>
              <a:t>that</a:t>
            </a:r>
            <a:r>
              <a:rPr lang="da-DK" sz="1600" dirty="0"/>
              <a:t> </a:t>
            </a:r>
            <a:r>
              <a:rPr lang="da-DK" sz="1600" dirty="0" err="1"/>
              <a:t>outer</a:t>
            </a:r>
            <a:r>
              <a:rPr lang="da-DK" sz="1600" dirty="0"/>
              <a:t> loop proportional </a:t>
            </a:r>
            <a:r>
              <a:rPr lang="da-DK" sz="1600" dirty="0" err="1"/>
              <a:t>gain</a:t>
            </a:r>
            <a:r>
              <a:rPr lang="da-DK" sz="1600" dirty="0"/>
              <a:t> </a:t>
            </a:r>
            <a:r>
              <a:rPr lang="da-DK" sz="1600" dirty="0" err="1"/>
              <a:t>will</a:t>
            </a:r>
            <a:r>
              <a:rPr lang="da-DK" sz="1600" dirty="0"/>
              <a:t> </a:t>
            </a:r>
            <a:r>
              <a:rPr lang="da-DK" sz="1600" dirty="0" err="1"/>
              <a:t>affect</a:t>
            </a:r>
            <a:r>
              <a:rPr lang="da-DK" sz="1600" dirty="0"/>
              <a:t> the low </a:t>
            </a:r>
            <a:r>
              <a:rPr lang="da-DK" sz="1600" dirty="0" err="1"/>
              <a:t>frequency</a:t>
            </a:r>
            <a:r>
              <a:rPr lang="da-DK" sz="1600" dirty="0"/>
              <a:t> </a:t>
            </a:r>
            <a:r>
              <a:rPr lang="da-DK" sz="1600" dirty="0" err="1"/>
              <a:t>impedance</a:t>
            </a:r>
            <a:r>
              <a:rPr lang="da-DK" sz="1600" dirty="0"/>
              <a:t> </a:t>
            </a:r>
            <a:r>
              <a:rPr lang="da-DK" sz="1600" dirty="0" err="1"/>
              <a:t>cannot</a:t>
            </a:r>
            <a:r>
              <a:rPr lang="da-DK" sz="1600" dirty="0"/>
              <a:t> </a:t>
            </a:r>
            <a:r>
              <a:rPr lang="da-DK" sz="1600" dirty="0" err="1"/>
              <a:t>be</a:t>
            </a:r>
            <a:r>
              <a:rPr lang="da-DK" sz="1600" dirty="0"/>
              <a:t> </a:t>
            </a:r>
            <a:r>
              <a:rPr lang="da-DK" sz="1600" dirty="0" err="1"/>
              <a:t>applied</a:t>
            </a:r>
            <a:endParaRPr lang="da-DK" sz="1600" dirty="0"/>
          </a:p>
          <a:p>
            <a:pPr marL="800100" lvl="1" indent="-342900">
              <a:buFont typeface="+mj-lt"/>
              <a:buAutoNum type="arabicPeriod"/>
            </a:pPr>
            <a:r>
              <a:rPr lang="da-DK" sz="1600" dirty="0"/>
              <a:t>The </a:t>
            </a:r>
            <a:r>
              <a:rPr lang="da-DK" sz="1600" dirty="0" err="1"/>
              <a:t>us</a:t>
            </a:r>
            <a:r>
              <a:rPr lang="en-US" sz="1600" dirty="0"/>
              <a:t>e of outer loop </a:t>
            </a:r>
            <a:r>
              <a:rPr lang="en-US" sz="1600" dirty="0" err="1"/>
              <a:t>Kp’s</a:t>
            </a:r>
            <a:r>
              <a:rPr lang="en-US" sz="1600" dirty="0"/>
              <a:t> where not necessary can deteriorate the Phase Margin,</a:t>
            </a:r>
            <a:r>
              <a:rPr lang="da-DK" sz="1600" dirty="0"/>
              <a:t> in </a:t>
            </a:r>
            <a:r>
              <a:rPr lang="da-DK" sz="1600" dirty="0" err="1"/>
              <a:t>fact</a:t>
            </a:r>
            <a:endParaRPr lang="en-US" sz="1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2E1103D-F704-5D7D-2E8C-593844CB4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950560"/>
              </p:ext>
            </p:extLst>
          </p:nvPr>
        </p:nvGraphicFramePr>
        <p:xfrm>
          <a:off x="7342692" y="4460913"/>
          <a:ext cx="436880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6267">
                  <a:extLst>
                    <a:ext uri="{9D8B030D-6E8A-4147-A177-3AD203B41FA5}">
                      <a16:colId xmlns:a16="http://schemas.microsoft.com/office/drawing/2014/main" val="3315543108"/>
                    </a:ext>
                  </a:extLst>
                </a:gridCol>
                <a:gridCol w="1456267">
                  <a:extLst>
                    <a:ext uri="{9D8B030D-6E8A-4147-A177-3AD203B41FA5}">
                      <a16:colId xmlns:a16="http://schemas.microsoft.com/office/drawing/2014/main" val="4291485442"/>
                    </a:ext>
                  </a:extLst>
                </a:gridCol>
                <a:gridCol w="1456267">
                  <a:extLst>
                    <a:ext uri="{9D8B030D-6E8A-4147-A177-3AD203B41FA5}">
                      <a16:colId xmlns:a16="http://schemas.microsoft.com/office/drawing/2014/main" val="4094205578"/>
                    </a:ext>
                  </a:extLst>
                </a:gridCol>
              </a:tblGrid>
              <a:tr h="351723">
                <a:tc>
                  <a:txBody>
                    <a:bodyPr/>
                    <a:lstStyle/>
                    <a:p>
                      <a:r>
                        <a:rPr lang="da-DK" dirty="0" err="1"/>
                        <a:t>Statcom</a:t>
                      </a:r>
                      <a:r>
                        <a:rPr lang="da-DK" dirty="0"/>
                        <a:t> Case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PM </a:t>
                      </a:r>
                      <a:r>
                        <a:rPr lang="da-DK" dirty="0" err="1"/>
                        <a:t>Analytical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PM </a:t>
                      </a:r>
                    </a:p>
                    <a:p>
                      <a:r>
                        <a:rPr lang="da-DK" dirty="0"/>
                        <a:t>Real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274785"/>
                  </a:ext>
                </a:extLst>
              </a:tr>
              <a:tr h="351723">
                <a:tc>
                  <a:txBody>
                    <a:bodyPr/>
                    <a:lstStyle/>
                    <a:p>
                      <a:r>
                        <a:rPr lang="da-DK" dirty="0"/>
                        <a:t>Outer 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89 </a:t>
                      </a:r>
                      <a:r>
                        <a:rPr lang="da-DK" dirty="0" err="1"/>
                        <a:t>deg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88 </a:t>
                      </a:r>
                      <a:r>
                        <a:rPr lang="da-DK" dirty="0" err="1"/>
                        <a:t>deg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162021"/>
                  </a:ext>
                </a:extLst>
              </a:tr>
              <a:tr h="351723">
                <a:tc>
                  <a:txBody>
                    <a:bodyPr/>
                    <a:lstStyle/>
                    <a:p>
                      <a:r>
                        <a:rPr lang="da-DK" dirty="0"/>
                        <a:t>Outer 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89 </a:t>
                      </a:r>
                      <a:r>
                        <a:rPr lang="da-DK" dirty="0" err="1"/>
                        <a:t>deg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91 </a:t>
                      </a:r>
                      <a:r>
                        <a:rPr lang="da-DK" dirty="0" err="1"/>
                        <a:t>deg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907311"/>
                  </a:ext>
                </a:extLst>
              </a:tr>
            </a:tbl>
          </a:graphicData>
        </a:graphic>
      </p:graphicFrame>
      <p:pic>
        <p:nvPicPr>
          <p:cNvPr id="4" name="Graphic 3" descr="Checkmark with solid fill">
            <a:extLst>
              <a:ext uri="{FF2B5EF4-FFF2-40B4-BE49-F238E27FC236}">
                <a16:creationId xmlns:a16="http://schemas.microsoft.com/office/drawing/2014/main" id="{3E0E9B40-45F7-E9C6-2DDF-79E4A70ABD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0183" y="5443826"/>
            <a:ext cx="232674" cy="232674"/>
          </a:xfrm>
          <a:prstGeom prst="rect">
            <a:avLst/>
          </a:prstGeom>
        </p:spPr>
      </p:pic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61D44C27-9FDA-1890-8B0E-47AD25994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1072" y="4886643"/>
            <a:ext cx="232674" cy="232674"/>
          </a:xfrm>
          <a:prstGeom prst="rect">
            <a:avLst/>
          </a:prstGeom>
        </p:spPr>
      </p:pic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CA012A52-6DFE-6739-4448-09571380E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8095" y="5154356"/>
            <a:ext cx="232674" cy="23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295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AC426-4EE8-0323-D0C5-3B3C07ED5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ESCR Test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726DFF-10B7-2A79-3CEB-458D7095C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43" y="1690688"/>
            <a:ext cx="11622314" cy="3951355"/>
          </a:xfrm>
          <a:prstGeom prst="rect">
            <a:avLst/>
          </a:prstGeom>
        </p:spPr>
      </p:pic>
      <p:sp>
        <p:nvSpPr>
          <p:cNvPr id="7" name="Callout: Line 6">
            <a:extLst>
              <a:ext uri="{FF2B5EF4-FFF2-40B4-BE49-F238E27FC236}">
                <a16:creationId xmlns:a16="http://schemas.microsoft.com/office/drawing/2014/main" id="{00CB96A6-AB42-9933-9C87-0DE353D2CA36}"/>
              </a:ext>
            </a:extLst>
          </p:cNvPr>
          <p:cNvSpPr/>
          <p:nvPr/>
        </p:nvSpPr>
        <p:spPr>
          <a:xfrm>
            <a:off x="5330757" y="5642043"/>
            <a:ext cx="2236113" cy="850832"/>
          </a:xfrm>
          <a:prstGeom prst="borderCallout1">
            <a:avLst>
              <a:gd name="adj1" fmla="val 16"/>
              <a:gd name="adj2" fmla="val 49442"/>
              <a:gd name="adj3" fmla="val -161569"/>
              <a:gd name="adj4" fmla="val -1321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 err="1"/>
              <a:t>Designed</a:t>
            </a:r>
            <a:r>
              <a:rPr lang="da-DK" sz="1400" dirty="0"/>
              <a:t> to </a:t>
            </a:r>
            <a:r>
              <a:rPr lang="da-DK" sz="1400" dirty="0" err="1"/>
              <a:t>compensate</a:t>
            </a:r>
            <a:r>
              <a:rPr lang="da-DK" sz="1400" dirty="0"/>
              <a:t> 75% of the </a:t>
            </a:r>
            <a:r>
              <a:rPr lang="da-DK" sz="1400" dirty="0" err="1"/>
              <a:t>Cable’s</a:t>
            </a:r>
            <a:r>
              <a:rPr lang="da-DK" sz="1400" dirty="0"/>
              <a:t> </a:t>
            </a:r>
            <a:r>
              <a:rPr lang="da-DK" sz="1400" dirty="0" err="1"/>
              <a:t>capacitive</a:t>
            </a:r>
            <a:r>
              <a:rPr lang="da-DK" sz="1400" dirty="0"/>
              <a:t> </a:t>
            </a:r>
            <a:r>
              <a:rPr lang="da-DK" sz="1400" dirty="0" err="1"/>
              <a:t>effect</a:t>
            </a:r>
            <a:endParaRPr lang="en-US" sz="1400" dirty="0"/>
          </a:p>
        </p:txBody>
      </p:sp>
      <p:sp>
        <p:nvSpPr>
          <p:cNvPr id="10" name="Callout: Line 9">
            <a:extLst>
              <a:ext uri="{FF2B5EF4-FFF2-40B4-BE49-F238E27FC236}">
                <a16:creationId xmlns:a16="http://schemas.microsoft.com/office/drawing/2014/main" id="{D2985C42-FC48-F240-404A-BE7715BABE20}"/>
              </a:ext>
            </a:extLst>
          </p:cNvPr>
          <p:cNvSpPr/>
          <p:nvPr/>
        </p:nvSpPr>
        <p:spPr>
          <a:xfrm>
            <a:off x="761539" y="1527581"/>
            <a:ext cx="1771597" cy="1177047"/>
          </a:xfrm>
          <a:prstGeom prst="borderCallout1">
            <a:avLst>
              <a:gd name="adj1" fmla="val 99288"/>
              <a:gd name="adj2" fmla="val 44702"/>
              <a:gd name="adj3" fmla="val 309210"/>
              <a:gd name="adj4" fmla="val 4027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allout: Line 12">
            <a:extLst>
              <a:ext uri="{FF2B5EF4-FFF2-40B4-BE49-F238E27FC236}">
                <a16:creationId xmlns:a16="http://schemas.microsoft.com/office/drawing/2014/main" id="{6D5AE203-ABB9-F358-B5AC-11F08E931D3A}"/>
              </a:ext>
            </a:extLst>
          </p:cNvPr>
          <p:cNvSpPr/>
          <p:nvPr/>
        </p:nvSpPr>
        <p:spPr>
          <a:xfrm>
            <a:off x="3695613" y="1690688"/>
            <a:ext cx="985444" cy="633062"/>
          </a:xfrm>
          <a:prstGeom prst="borderCallout1">
            <a:avLst>
              <a:gd name="adj1" fmla="val 102234"/>
              <a:gd name="adj2" fmla="val 50406"/>
              <a:gd name="adj3" fmla="val 294045"/>
              <a:gd name="adj4" fmla="val 7744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100Km</a:t>
            </a:r>
            <a:endParaRPr lang="en-US" dirty="0"/>
          </a:p>
        </p:txBody>
      </p:sp>
      <p:sp>
        <p:nvSpPr>
          <p:cNvPr id="14" name="Callout: Line 13">
            <a:extLst>
              <a:ext uri="{FF2B5EF4-FFF2-40B4-BE49-F238E27FC236}">
                <a16:creationId xmlns:a16="http://schemas.microsoft.com/office/drawing/2014/main" id="{3B5D9CA1-E168-3B8D-78B4-D8BAD5E7560F}"/>
              </a:ext>
            </a:extLst>
          </p:cNvPr>
          <p:cNvSpPr/>
          <p:nvPr/>
        </p:nvSpPr>
        <p:spPr>
          <a:xfrm>
            <a:off x="358317" y="5739883"/>
            <a:ext cx="1101367" cy="660917"/>
          </a:xfrm>
          <a:prstGeom prst="borderCallout1">
            <a:avLst>
              <a:gd name="adj1" fmla="val 799"/>
              <a:gd name="adj2" fmla="val 57796"/>
              <a:gd name="adj3" fmla="val -39660"/>
              <a:gd name="adj4" fmla="val 10440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200" dirty="0" err="1"/>
              <a:t>Sn</a:t>
            </a:r>
            <a:r>
              <a:rPr lang="da-DK" sz="1200" dirty="0"/>
              <a:t> = 120MVA</a:t>
            </a:r>
          </a:p>
          <a:p>
            <a:pPr algn="ctr"/>
            <a:r>
              <a:rPr lang="da-DK" sz="1200" dirty="0" err="1"/>
              <a:t>Vn</a:t>
            </a:r>
            <a:r>
              <a:rPr lang="da-DK" sz="1200" dirty="0"/>
              <a:t> = 220kV</a:t>
            </a:r>
            <a:endParaRPr lang="en-US" sz="1200" dirty="0"/>
          </a:p>
        </p:txBody>
      </p:sp>
      <p:sp>
        <p:nvSpPr>
          <p:cNvPr id="15" name="Callout: Line 14">
            <a:extLst>
              <a:ext uri="{FF2B5EF4-FFF2-40B4-BE49-F238E27FC236}">
                <a16:creationId xmlns:a16="http://schemas.microsoft.com/office/drawing/2014/main" id="{4119E336-FD40-DEFD-BF0F-D7EACFC6001A}"/>
              </a:ext>
            </a:extLst>
          </p:cNvPr>
          <p:cNvSpPr/>
          <p:nvPr/>
        </p:nvSpPr>
        <p:spPr>
          <a:xfrm>
            <a:off x="9404058" y="2508308"/>
            <a:ext cx="1115736" cy="507943"/>
          </a:xfrm>
          <a:prstGeom prst="borderCallout1">
            <a:avLst>
              <a:gd name="adj1" fmla="val 102454"/>
              <a:gd name="adj2" fmla="val 47852"/>
              <a:gd name="adj3" fmla="val 201437"/>
              <a:gd name="adj4" fmla="val 6386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000" dirty="0"/>
              <a:t>14MW x 17 </a:t>
            </a:r>
            <a:r>
              <a:rPr lang="da-DK" sz="1000" dirty="0" err="1"/>
              <a:t>WTs</a:t>
            </a:r>
            <a:r>
              <a:rPr lang="da-DK" sz="1000" dirty="0"/>
              <a:t> = 230MW</a:t>
            </a:r>
            <a:endParaRPr lang="en-US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916F86-998E-5463-8408-F94066304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36" y="1690688"/>
            <a:ext cx="1657402" cy="85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301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DE69CFB-B48F-6817-0252-81B07F9CA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4813" y="210847"/>
            <a:ext cx="11702374" cy="643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121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9F9E-486B-6B3F-B3D1-0122C432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112" y="2766218"/>
            <a:ext cx="6342776" cy="1325563"/>
          </a:xfrm>
        </p:spPr>
        <p:txBody>
          <a:bodyPr/>
          <a:lstStyle/>
          <a:p>
            <a:r>
              <a:rPr lang="en-US" dirty="0"/>
              <a:t>Equivalent impedance test</a:t>
            </a:r>
          </a:p>
        </p:txBody>
      </p:sp>
    </p:spTree>
    <p:extLst>
      <p:ext uri="{BB962C8B-B14F-4D97-AF65-F5344CB8AC3E}">
        <p14:creationId xmlns:p14="http://schemas.microsoft.com/office/powerpoint/2010/main" val="2854140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26DB905-ED39-6938-0C17-C70E90970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36" y="77822"/>
            <a:ext cx="11848290" cy="632298"/>
          </a:xfrm>
        </p:spPr>
        <p:txBody>
          <a:bodyPr>
            <a:normAutofit fontScale="90000"/>
          </a:bodyPr>
          <a:lstStyle/>
          <a:p>
            <a:r>
              <a:rPr lang="en-US"/>
              <a:t>Generalized Nyquist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53FF70-3A45-CF54-E565-0121A0FB6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143" y="2338518"/>
            <a:ext cx="4361193" cy="23336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3FF04E-89C9-C77D-AF7B-28AA5A26D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932" y="2338518"/>
            <a:ext cx="4337649" cy="233889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DBE6338-7E29-A0A2-8AEC-CF33E23A644A}"/>
              </a:ext>
            </a:extLst>
          </p:cNvPr>
          <p:cNvSpPr txBox="1"/>
          <p:nvPr/>
        </p:nvSpPr>
        <p:spPr>
          <a:xfrm>
            <a:off x="2493488" y="1948956"/>
            <a:ext cx="1600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Grid SCR =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BF70D9-432F-BA00-309E-71F9D8AE2379}"/>
              </a:ext>
            </a:extLst>
          </p:cNvPr>
          <p:cNvSpPr txBox="1"/>
          <p:nvPr/>
        </p:nvSpPr>
        <p:spPr>
          <a:xfrm>
            <a:off x="7838584" y="1969186"/>
            <a:ext cx="1600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Grid SCR = 2.1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F2C01A9-304D-289D-DBB8-B7D499080F03}"/>
              </a:ext>
            </a:extLst>
          </p:cNvPr>
          <p:cNvCxnSpPr>
            <a:cxnSpLocks/>
          </p:cNvCxnSpPr>
          <p:nvPr/>
        </p:nvCxnSpPr>
        <p:spPr>
          <a:xfrm>
            <a:off x="2257711" y="3436653"/>
            <a:ext cx="370840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llout: Line 19">
            <a:extLst>
              <a:ext uri="{FF2B5EF4-FFF2-40B4-BE49-F238E27FC236}">
                <a16:creationId xmlns:a16="http://schemas.microsoft.com/office/drawing/2014/main" id="{B7D525B6-1E5A-6D8E-6C24-DD7E7CEBDE35}"/>
              </a:ext>
            </a:extLst>
          </p:cNvPr>
          <p:cNvSpPr/>
          <p:nvPr/>
        </p:nvSpPr>
        <p:spPr>
          <a:xfrm>
            <a:off x="3685192" y="3257355"/>
            <a:ext cx="904240" cy="245238"/>
          </a:xfrm>
          <a:prstGeom prst="borderCallout1">
            <a:avLst>
              <a:gd name="adj1" fmla="val 54865"/>
              <a:gd name="adj2" fmla="val -2834"/>
              <a:gd name="adj3" fmla="val 71239"/>
              <a:gd name="adj4" fmla="val -116474"/>
            </a:avLst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Phase Margin</a:t>
            </a:r>
          </a:p>
        </p:txBody>
      </p:sp>
      <p:sp>
        <p:nvSpPr>
          <p:cNvPr id="21" name="Callout: Line 20">
            <a:extLst>
              <a:ext uri="{FF2B5EF4-FFF2-40B4-BE49-F238E27FC236}">
                <a16:creationId xmlns:a16="http://schemas.microsoft.com/office/drawing/2014/main" id="{812E793B-8797-4A2D-8516-C736B439CF19}"/>
              </a:ext>
            </a:extLst>
          </p:cNvPr>
          <p:cNvSpPr/>
          <p:nvPr/>
        </p:nvSpPr>
        <p:spPr>
          <a:xfrm>
            <a:off x="9872184" y="3073200"/>
            <a:ext cx="904240" cy="245238"/>
          </a:xfrm>
          <a:prstGeom prst="borderCallout1">
            <a:avLst>
              <a:gd name="adj1" fmla="val 54865"/>
              <a:gd name="adj2" fmla="val -2834"/>
              <a:gd name="adj3" fmla="val 143326"/>
              <a:gd name="adj4" fmla="val -249957"/>
            </a:avLst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Phase Margin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9DEE11A-84A0-2267-AC37-CFDC2826C27F}"/>
              </a:ext>
            </a:extLst>
          </p:cNvPr>
          <p:cNvCxnSpPr>
            <a:cxnSpLocks/>
          </p:cNvCxnSpPr>
          <p:nvPr/>
        </p:nvCxnSpPr>
        <p:spPr>
          <a:xfrm>
            <a:off x="7515369" y="3417158"/>
            <a:ext cx="12745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884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</Words>
  <Application>Microsoft Office PowerPoint</Application>
  <PresentationFormat>Widescreen</PresentationFormat>
  <Paragraphs>98</Paragraphs>
  <Slides>13</Slides>
  <Notes>1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Aptos Narrow</vt:lpstr>
      <vt:lpstr>Arial</vt:lpstr>
      <vt:lpstr>Cambria Math</vt:lpstr>
      <vt:lpstr>Office Theme</vt:lpstr>
      <vt:lpstr>Tuning VSC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BW validation</vt:lpstr>
      <vt:lpstr>Performance sum-up</vt:lpstr>
      <vt:lpstr>ESCR Test</vt:lpstr>
      <vt:lpstr>PowerPoint Presentation</vt:lpstr>
      <vt:lpstr>Equivalent impedance test</vt:lpstr>
      <vt:lpstr>Generalized Nyquist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Darii, Nicolae</dc:creator>
  <cp:lastModifiedBy>Darii, Nicolae</cp:lastModifiedBy>
  <cp:revision>6</cp:revision>
  <dcterms:created xsi:type="dcterms:W3CDTF">2025-05-24T14:53:24Z</dcterms:created>
  <dcterms:modified xsi:type="dcterms:W3CDTF">2025-08-26T08:47:28Z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13f521-439d-4e48-8e98-41ab6c596aa7_Enabled">
    <vt:lpwstr>true</vt:lpwstr>
  </property>
  <property fmtid="{D5CDD505-2E9C-101B-9397-08002B2CF9AE}" pid="3" name="MSIP_Label_6013f521-439d-4e48-8e98-41ab6c596aa7_SetDate">
    <vt:lpwstr>2025-05-24T15:00:19Z</vt:lpwstr>
  </property>
  <property fmtid="{D5CDD505-2E9C-101B-9397-08002B2CF9AE}" pid="4" name="MSIP_Label_6013f521-439d-4e48-8e98-41ab6c596aa7_Method">
    <vt:lpwstr>Standard</vt:lpwstr>
  </property>
  <property fmtid="{D5CDD505-2E9C-101B-9397-08002B2CF9AE}" pid="5" name="MSIP_Label_6013f521-439d-4e48-8e98-41ab6c596aa7_Name">
    <vt:lpwstr>6013f521-439d-4e48-8e98-41ab6c596aa7</vt:lpwstr>
  </property>
  <property fmtid="{D5CDD505-2E9C-101B-9397-08002B2CF9AE}" pid="6" name="MSIP_Label_6013f521-439d-4e48-8e98-41ab6c596aa7_SiteId">
    <vt:lpwstr>12f921d8-f30d-4596-a652-7045b338485a</vt:lpwstr>
  </property>
  <property fmtid="{D5CDD505-2E9C-101B-9397-08002B2CF9AE}" pid="7" name="MSIP_Label_6013f521-439d-4e48-8e98-41ab6c596aa7_ActionId">
    <vt:lpwstr>c606313b-ad74-4a5f-b610-e0d1ebce0879</vt:lpwstr>
  </property>
  <property fmtid="{D5CDD505-2E9C-101B-9397-08002B2CF9AE}" pid="8" name="MSIP_Label_6013f521-439d-4e48-8e98-41ab6c596aa7_ContentBits">
    <vt:lpwstr>0</vt:lpwstr>
  </property>
  <property fmtid="{D5CDD505-2E9C-101B-9397-08002B2CF9AE}" pid="9" name="MSIP_Label_36791f77-3d39-4d72-9277-ac879ec799ed_Enabled">
    <vt:lpwstr>true</vt:lpwstr>
  </property>
  <property fmtid="{D5CDD505-2E9C-101B-9397-08002B2CF9AE}" pid="10" name="MSIP_Label_36791f77-3d39-4d72-9277-ac879ec799ed_SetDate">
    <vt:lpwstr>2025-06-23T11:06:27Z</vt:lpwstr>
  </property>
  <property fmtid="{D5CDD505-2E9C-101B-9397-08002B2CF9AE}" pid="11" name="MSIP_Label_36791f77-3d39-4d72-9277-ac879ec799ed_Method">
    <vt:lpwstr>Standard</vt:lpwstr>
  </property>
  <property fmtid="{D5CDD505-2E9C-101B-9397-08002B2CF9AE}" pid="12" name="MSIP_Label_36791f77-3d39-4d72-9277-ac879ec799ed_Name">
    <vt:lpwstr>restricted-default</vt:lpwstr>
  </property>
  <property fmtid="{D5CDD505-2E9C-101B-9397-08002B2CF9AE}" pid="13" name="MSIP_Label_36791f77-3d39-4d72-9277-ac879ec799ed_SiteId">
    <vt:lpwstr>254ba93e-1f6f-48f3-90e6-e2766664b477</vt:lpwstr>
  </property>
  <property fmtid="{D5CDD505-2E9C-101B-9397-08002B2CF9AE}" pid="14" name="MSIP_Label_36791f77-3d39-4d72-9277-ac879ec799ed_ActionId">
    <vt:lpwstr>bdd2b928-76f7-45f9-a92e-700edb493214</vt:lpwstr>
  </property>
  <property fmtid="{D5CDD505-2E9C-101B-9397-08002B2CF9AE}" pid="15" name="MSIP_Label_36791f77-3d39-4d72-9277-ac879ec799ed_ContentBits">
    <vt:lpwstr>0</vt:lpwstr>
  </property>
</Properties>
</file>